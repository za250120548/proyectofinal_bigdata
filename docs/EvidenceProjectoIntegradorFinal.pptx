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4" r:id="rId3"/>
    <p:sldId id="259" r:id="rId4"/>
    <p:sldId id="258" r:id="rId5"/>
    <p:sldId id="257" r:id="rId6"/>
    <p:sldId id="260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655CA4E-8DC8-4A8D-BE13-15AFC6B39EC8}" v="13" dt="2025-12-02T04:42: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1152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nrique Rodriguez T" userId="32b13e1ab8ff8e75" providerId="LiveId" clId="{CF940E53-9561-43CB-AECB-8308DFA64550}"/>
    <pc:docChg chg="undo custSel addSld modSld sldOrd">
      <pc:chgData name="Enrique Rodriguez T" userId="32b13e1ab8ff8e75" providerId="LiveId" clId="{CF940E53-9561-43CB-AECB-8308DFA64550}" dt="2025-12-02T04:42:18.098" v="335" actId="1076"/>
      <pc:docMkLst>
        <pc:docMk/>
      </pc:docMkLst>
      <pc:sldChg chg="addSp modSp new mod setBg addAnim">
        <pc:chgData name="Enrique Rodriguez T" userId="32b13e1ab8ff8e75" providerId="LiveId" clId="{CF940E53-9561-43CB-AECB-8308DFA64550}" dt="2025-12-02T04:38:57.898" v="284"/>
        <pc:sldMkLst>
          <pc:docMk/>
          <pc:sldMk cId="76885099" sldId="256"/>
        </pc:sldMkLst>
        <pc:spChg chg="mod">
          <ac:chgData name="Enrique Rodriguez T" userId="32b13e1ab8ff8e75" providerId="LiveId" clId="{CF940E53-9561-43CB-AECB-8308DFA64550}" dt="2025-12-02T04:38:57.892" v="282" actId="26606"/>
          <ac:spMkLst>
            <pc:docMk/>
            <pc:sldMk cId="76885099" sldId="256"/>
            <ac:spMk id="2" creationId="{301E5A94-91D0-5B64-86FE-A17EDDCAAA35}"/>
          </ac:spMkLst>
        </pc:spChg>
        <pc:spChg chg="mod">
          <ac:chgData name="Enrique Rodriguez T" userId="32b13e1ab8ff8e75" providerId="LiveId" clId="{CF940E53-9561-43CB-AECB-8308DFA64550}" dt="2025-12-02T04:38:57.892" v="282" actId="26606"/>
          <ac:spMkLst>
            <pc:docMk/>
            <pc:sldMk cId="76885099" sldId="256"/>
            <ac:spMk id="3" creationId="{D15ABE54-7984-64B7-407C-E3B14C8AA8A4}"/>
          </ac:spMkLst>
        </pc:spChg>
        <pc:spChg chg="add">
          <ac:chgData name="Enrique Rodriguez T" userId="32b13e1ab8ff8e75" providerId="LiveId" clId="{CF940E53-9561-43CB-AECB-8308DFA64550}" dt="2025-12-02T04:38:57.892" v="282" actId="26606"/>
          <ac:spMkLst>
            <pc:docMk/>
            <pc:sldMk cId="76885099" sldId="256"/>
            <ac:spMk id="8" creationId="{6F5A5072-7B47-4D32-B52A-4EBBF590B8A5}"/>
          </ac:spMkLst>
        </pc:spChg>
        <pc:spChg chg="add">
          <ac:chgData name="Enrique Rodriguez T" userId="32b13e1ab8ff8e75" providerId="LiveId" clId="{CF940E53-9561-43CB-AECB-8308DFA64550}" dt="2025-12-02T04:38:57.892" v="282" actId="26606"/>
          <ac:spMkLst>
            <pc:docMk/>
            <pc:sldMk cId="76885099" sldId="256"/>
            <ac:spMk id="10" creationId="{9715DAF0-AE1B-46C9-8A6B-DB2AA05AB91D}"/>
          </ac:spMkLst>
        </pc:spChg>
        <pc:spChg chg="add">
          <ac:chgData name="Enrique Rodriguez T" userId="32b13e1ab8ff8e75" providerId="LiveId" clId="{CF940E53-9561-43CB-AECB-8308DFA64550}" dt="2025-12-02T04:38:57.892" v="282" actId="26606"/>
          <ac:spMkLst>
            <pc:docMk/>
            <pc:sldMk cId="76885099" sldId="256"/>
            <ac:spMk id="12" creationId="{6016219D-510E-4184-9090-6D5578A87BD1}"/>
          </ac:spMkLst>
        </pc:spChg>
        <pc:spChg chg="add">
          <ac:chgData name="Enrique Rodriguez T" userId="32b13e1ab8ff8e75" providerId="LiveId" clId="{CF940E53-9561-43CB-AECB-8308DFA64550}" dt="2025-12-02T04:38:57.892" v="282" actId="26606"/>
          <ac:spMkLst>
            <pc:docMk/>
            <pc:sldMk cId="76885099" sldId="256"/>
            <ac:spMk id="14" creationId="{AFF4A713-7B75-4B21-90D7-5AB19547C728}"/>
          </ac:spMkLst>
        </pc:spChg>
        <pc:spChg chg="add">
          <ac:chgData name="Enrique Rodriguez T" userId="32b13e1ab8ff8e75" providerId="LiveId" clId="{CF940E53-9561-43CB-AECB-8308DFA64550}" dt="2025-12-02T04:38:57.892" v="282" actId="26606"/>
          <ac:spMkLst>
            <pc:docMk/>
            <pc:sldMk cId="76885099" sldId="256"/>
            <ac:spMk id="16" creationId="{DC631C0B-6DA6-4E57-8231-CE32B3434A7E}"/>
          </ac:spMkLst>
        </pc:spChg>
        <pc:spChg chg="add">
          <ac:chgData name="Enrique Rodriguez T" userId="32b13e1ab8ff8e75" providerId="LiveId" clId="{CF940E53-9561-43CB-AECB-8308DFA64550}" dt="2025-12-02T04:38:57.892" v="282" actId="26606"/>
          <ac:spMkLst>
            <pc:docMk/>
            <pc:sldMk cId="76885099" sldId="256"/>
            <ac:spMk id="18" creationId="{C29501E6-A978-4A61-9689-9085AF97A53A}"/>
          </ac:spMkLst>
        </pc:spChg>
      </pc:sldChg>
      <pc:sldChg chg="addSp delSp modSp new mod setBg modClrScheme chgLayout">
        <pc:chgData name="Enrique Rodriguez T" userId="32b13e1ab8ff8e75" providerId="LiveId" clId="{CF940E53-9561-43CB-AECB-8308DFA64550}" dt="2025-12-02T04:39:13.370" v="290" actId="26606"/>
        <pc:sldMkLst>
          <pc:docMk/>
          <pc:sldMk cId="2180174232" sldId="257"/>
        </pc:sldMkLst>
        <pc:spChg chg="mod ord">
          <ac:chgData name="Enrique Rodriguez T" userId="32b13e1ab8ff8e75" providerId="LiveId" clId="{CF940E53-9561-43CB-AECB-8308DFA64550}" dt="2025-12-02T04:39:13.370" v="290" actId="26606"/>
          <ac:spMkLst>
            <pc:docMk/>
            <pc:sldMk cId="2180174232" sldId="257"/>
            <ac:spMk id="2" creationId="{1FB0C9EB-7A44-C6AE-A482-9F1662E27ABC}"/>
          </ac:spMkLst>
        </pc:spChg>
        <pc:spChg chg="del">
          <ac:chgData name="Enrique Rodriguez T" userId="32b13e1ab8ff8e75" providerId="LiveId" clId="{CF940E53-9561-43CB-AECB-8308DFA64550}" dt="2025-12-02T04:22:30.310" v="121" actId="700"/>
          <ac:spMkLst>
            <pc:docMk/>
            <pc:sldMk cId="2180174232" sldId="257"/>
            <ac:spMk id="3" creationId="{D8E38EA1-A449-08D9-5C40-B19D0B007C1B}"/>
          </ac:spMkLst>
        </pc:spChg>
        <pc:spChg chg="add del">
          <ac:chgData name="Enrique Rodriguez T" userId="32b13e1ab8ff8e75" providerId="LiveId" clId="{CF940E53-9561-43CB-AECB-8308DFA64550}" dt="2025-12-02T04:39:13.360" v="289" actId="26606"/>
          <ac:spMkLst>
            <pc:docMk/>
            <pc:sldMk cId="2180174232" sldId="257"/>
            <ac:spMk id="10" creationId="{A8384FB5-9ADC-4DDC-881B-597D56F5B15D}"/>
          </ac:spMkLst>
        </pc:spChg>
        <pc:spChg chg="add del">
          <ac:chgData name="Enrique Rodriguez T" userId="32b13e1ab8ff8e75" providerId="LiveId" clId="{CF940E53-9561-43CB-AECB-8308DFA64550}" dt="2025-12-02T04:39:13.360" v="289" actId="26606"/>
          <ac:spMkLst>
            <pc:docMk/>
            <pc:sldMk cId="2180174232" sldId="257"/>
            <ac:spMk id="12" creationId="{91E5A9A7-95C6-4F4F-B00E-C82E07FE62EF}"/>
          </ac:spMkLst>
        </pc:spChg>
        <pc:spChg chg="add del">
          <ac:chgData name="Enrique Rodriguez T" userId="32b13e1ab8ff8e75" providerId="LiveId" clId="{CF940E53-9561-43CB-AECB-8308DFA64550}" dt="2025-12-02T04:39:13.360" v="289" actId="26606"/>
          <ac:spMkLst>
            <pc:docMk/>
            <pc:sldMk cId="2180174232" sldId="257"/>
            <ac:spMk id="14" creationId="{D07DD2DE-F619-49DD-B5E7-03A290FF4ED1}"/>
          </ac:spMkLst>
        </pc:spChg>
        <pc:spChg chg="add del">
          <ac:chgData name="Enrique Rodriguez T" userId="32b13e1ab8ff8e75" providerId="LiveId" clId="{CF940E53-9561-43CB-AECB-8308DFA64550}" dt="2025-12-02T04:39:13.360" v="289" actId="26606"/>
          <ac:spMkLst>
            <pc:docMk/>
            <pc:sldMk cId="2180174232" sldId="257"/>
            <ac:spMk id="16" creationId="{85149191-5F60-4A28-AAFF-039F96B0F3EC}"/>
          </ac:spMkLst>
        </pc:spChg>
        <pc:spChg chg="add del">
          <ac:chgData name="Enrique Rodriguez T" userId="32b13e1ab8ff8e75" providerId="LiveId" clId="{CF940E53-9561-43CB-AECB-8308DFA64550}" dt="2025-12-02T04:39:13.360" v="289" actId="26606"/>
          <ac:spMkLst>
            <pc:docMk/>
            <pc:sldMk cId="2180174232" sldId="257"/>
            <ac:spMk id="18" creationId="{F8260ED5-17F7-4158-B241-D51DD4CF1B7E}"/>
          </ac:spMkLst>
        </pc:spChg>
        <pc:spChg chg="add">
          <ac:chgData name="Enrique Rodriguez T" userId="32b13e1ab8ff8e75" providerId="LiveId" clId="{CF940E53-9561-43CB-AECB-8308DFA64550}" dt="2025-12-02T04:39:13.370" v="290" actId="26606"/>
          <ac:spMkLst>
            <pc:docMk/>
            <pc:sldMk cId="2180174232" sldId="257"/>
            <ac:spMk id="20" creationId="{A8384FB5-9ADC-4DDC-881B-597D56F5B15D}"/>
          </ac:spMkLst>
        </pc:spChg>
        <pc:spChg chg="add">
          <ac:chgData name="Enrique Rodriguez T" userId="32b13e1ab8ff8e75" providerId="LiveId" clId="{CF940E53-9561-43CB-AECB-8308DFA64550}" dt="2025-12-02T04:39:13.370" v="290" actId="26606"/>
          <ac:spMkLst>
            <pc:docMk/>
            <pc:sldMk cId="2180174232" sldId="257"/>
            <ac:spMk id="21" creationId="{1199E1B1-A8C0-4FE8-A5A8-1CB41D69F857}"/>
          </ac:spMkLst>
        </pc:spChg>
        <pc:spChg chg="add">
          <ac:chgData name="Enrique Rodriguez T" userId="32b13e1ab8ff8e75" providerId="LiveId" clId="{CF940E53-9561-43CB-AECB-8308DFA64550}" dt="2025-12-02T04:39:13.370" v="290" actId="26606"/>
          <ac:spMkLst>
            <pc:docMk/>
            <pc:sldMk cId="2180174232" sldId="257"/>
            <ac:spMk id="22" creationId="{84A8DE83-DE75-4B41-9DB4-A7EC0B0DEC0B}"/>
          </ac:spMkLst>
        </pc:spChg>
        <pc:spChg chg="add">
          <ac:chgData name="Enrique Rodriguez T" userId="32b13e1ab8ff8e75" providerId="LiveId" clId="{CF940E53-9561-43CB-AECB-8308DFA64550}" dt="2025-12-02T04:39:13.370" v="290" actId="26606"/>
          <ac:spMkLst>
            <pc:docMk/>
            <pc:sldMk cId="2180174232" sldId="257"/>
            <ac:spMk id="23" creationId="{A7009A0A-BEF5-4EAC-AF15-E4F9F002E239}"/>
          </ac:spMkLst>
        </pc:spChg>
        <pc:picChg chg="add mod">
          <ac:chgData name="Enrique Rodriguez T" userId="32b13e1ab8ff8e75" providerId="LiveId" clId="{CF940E53-9561-43CB-AECB-8308DFA64550}" dt="2025-12-02T04:39:13.370" v="290" actId="26606"/>
          <ac:picMkLst>
            <pc:docMk/>
            <pc:sldMk cId="2180174232" sldId="257"/>
            <ac:picMk id="5" creationId="{CDBEB4D2-9E66-E9A3-F0F8-F70DCBE76576}"/>
          </ac:picMkLst>
        </pc:picChg>
      </pc:sldChg>
      <pc:sldChg chg="addSp modSp new mod ord setBg">
        <pc:chgData name="Enrique Rodriguez T" userId="32b13e1ab8ff8e75" providerId="LiveId" clId="{CF940E53-9561-43CB-AECB-8308DFA64550}" dt="2025-12-02T04:39:07.788" v="287" actId="26606"/>
        <pc:sldMkLst>
          <pc:docMk/>
          <pc:sldMk cId="1384120513" sldId="258"/>
        </pc:sldMkLst>
        <pc:spChg chg="mod">
          <ac:chgData name="Enrique Rodriguez T" userId="32b13e1ab8ff8e75" providerId="LiveId" clId="{CF940E53-9561-43CB-AECB-8308DFA64550}" dt="2025-12-02T04:39:07.788" v="287" actId="26606"/>
          <ac:spMkLst>
            <pc:docMk/>
            <pc:sldMk cId="1384120513" sldId="258"/>
            <ac:spMk id="2" creationId="{17856307-C19C-BE13-3793-DBD59DF9B2D4}"/>
          </ac:spMkLst>
        </pc:spChg>
        <pc:spChg chg="add">
          <ac:chgData name="Enrique Rodriguez T" userId="32b13e1ab8ff8e75" providerId="LiveId" clId="{CF940E53-9561-43CB-AECB-8308DFA64550}" dt="2025-12-02T04:39:07.788" v="287" actId="26606"/>
          <ac:spMkLst>
            <pc:docMk/>
            <pc:sldMk cId="1384120513" sldId="258"/>
            <ac:spMk id="9" creationId="{A8384FB5-9ADC-4DDC-881B-597D56F5B15D}"/>
          </ac:spMkLst>
        </pc:spChg>
        <pc:spChg chg="add">
          <ac:chgData name="Enrique Rodriguez T" userId="32b13e1ab8ff8e75" providerId="LiveId" clId="{CF940E53-9561-43CB-AECB-8308DFA64550}" dt="2025-12-02T04:39:07.788" v="287" actId="26606"/>
          <ac:spMkLst>
            <pc:docMk/>
            <pc:sldMk cId="1384120513" sldId="258"/>
            <ac:spMk id="11" creationId="{91E5A9A7-95C6-4F4F-B00E-C82E07FE62EF}"/>
          </ac:spMkLst>
        </pc:spChg>
        <pc:spChg chg="add">
          <ac:chgData name="Enrique Rodriguez T" userId="32b13e1ab8ff8e75" providerId="LiveId" clId="{CF940E53-9561-43CB-AECB-8308DFA64550}" dt="2025-12-02T04:39:07.788" v="287" actId="26606"/>
          <ac:spMkLst>
            <pc:docMk/>
            <pc:sldMk cId="1384120513" sldId="258"/>
            <ac:spMk id="13" creationId="{D07DD2DE-F619-49DD-B5E7-03A290FF4ED1}"/>
          </ac:spMkLst>
        </pc:spChg>
        <pc:spChg chg="add">
          <ac:chgData name="Enrique Rodriguez T" userId="32b13e1ab8ff8e75" providerId="LiveId" clId="{CF940E53-9561-43CB-AECB-8308DFA64550}" dt="2025-12-02T04:39:07.788" v="287" actId="26606"/>
          <ac:spMkLst>
            <pc:docMk/>
            <pc:sldMk cId="1384120513" sldId="258"/>
            <ac:spMk id="15" creationId="{85149191-5F60-4A28-AAFF-039F96B0F3EC}"/>
          </ac:spMkLst>
        </pc:spChg>
        <pc:spChg chg="add">
          <ac:chgData name="Enrique Rodriguez T" userId="32b13e1ab8ff8e75" providerId="LiveId" clId="{CF940E53-9561-43CB-AECB-8308DFA64550}" dt="2025-12-02T04:39:07.788" v="287" actId="26606"/>
          <ac:spMkLst>
            <pc:docMk/>
            <pc:sldMk cId="1384120513" sldId="258"/>
            <ac:spMk id="17" creationId="{F8260ED5-17F7-4158-B241-D51DD4CF1B7E}"/>
          </ac:spMkLst>
        </pc:spChg>
        <pc:picChg chg="add mod">
          <ac:chgData name="Enrique Rodriguez T" userId="32b13e1ab8ff8e75" providerId="LiveId" clId="{CF940E53-9561-43CB-AECB-8308DFA64550}" dt="2025-12-02T04:39:07.788" v="287" actId="26606"/>
          <ac:picMkLst>
            <pc:docMk/>
            <pc:sldMk cId="1384120513" sldId="258"/>
            <ac:picMk id="4" creationId="{031D9BEF-BA64-615F-A1F4-AE4434B85F9D}"/>
          </ac:picMkLst>
        </pc:picChg>
      </pc:sldChg>
      <pc:sldChg chg="addSp modSp new mod ord setBg">
        <pc:chgData name="Enrique Rodriguez T" userId="32b13e1ab8ff8e75" providerId="LiveId" clId="{CF940E53-9561-43CB-AECB-8308DFA64550}" dt="2025-12-02T04:39:04.921" v="286" actId="26606"/>
        <pc:sldMkLst>
          <pc:docMk/>
          <pc:sldMk cId="1438460322" sldId="259"/>
        </pc:sldMkLst>
        <pc:spChg chg="mod">
          <ac:chgData name="Enrique Rodriguez T" userId="32b13e1ab8ff8e75" providerId="LiveId" clId="{CF940E53-9561-43CB-AECB-8308DFA64550}" dt="2025-12-02T04:39:04.921" v="286" actId="26606"/>
          <ac:spMkLst>
            <pc:docMk/>
            <pc:sldMk cId="1438460322" sldId="259"/>
            <ac:spMk id="2" creationId="{AF16BBAC-6A4B-8824-5455-385E406369D0}"/>
          </ac:spMkLst>
        </pc:spChg>
        <pc:spChg chg="add">
          <ac:chgData name="Enrique Rodriguez T" userId="32b13e1ab8ff8e75" providerId="LiveId" clId="{CF940E53-9561-43CB-AECB-8308DFA64550}" dt="2025-12-02T04:39:04.921" v="286" actId="26606"/>
          <ac:spMkLst>
            <pc:docMk/>
            <pc:sldMk cId="1438460322" sldId="259"/>
            <ac:spMk id="9" creationId="{A8384FB5-9ADC-4DDC-881B-597D56F5B15D}"/>
          </ac:spMkLst>
        </pc:spChg>
        <pc:spChg chg="add">
          <ac:chgData name="Enrique Rodriguez T" userId="32b13e1ab8ff8e75" providerId="LiveId" clId="{CF940E53-9561-43CB-AECB-8308DFA64550}" dt="2025-12-02T04:39:04.921" v="286" actId="26606"/>
          <ac:spMkLst>
            <pc:docMk/>
            <pc:sldMk cId="1438460322" sldId="259"/>
            <ac:spMk id="11" creationId="{91E5A9A7-95C6-4F4F-B00E-C82E07FE62EF}"/>
          </ac:spMkLst>
        </pc:spChg>
        <pc:spChg chg="add">
          <ac:chgData name="Enrique Rodriguez T" userId="32b13e1ab8ff8e75" providerId="LiveId" clId="{CF940E53-9561-43CB-AECB-8308DFA64550}" dt="2025-12-02T04:39:04.921" v="286" actId="26606"/>
          <ac:spMkLst>
            <pc:docMk/>
            <pc:sldMk cId="1438460322" sldId="259"/>
            <ac:spMk id="13" creationId="{D07DD2DE-F619-49DD-B5E7-03A290FF4ED1}"/>
          </ac:spMkLst>
        </pc:spChg>
        <pc:spChg chg="add">
          <ac:chgData name="Enrique Rodriguez T" userId="32b13e1ab8ff8e75" providerId="LiveId" clId="{CF940E53-9561-43CB-AECB-8308DFA64550}" dt="2025-12-02T04:39:04.921" v="286" actId="26606"/>
          <ac:spMkLst>
            <pc:docMk/>
            <pc:sldMk cId="1438460322" sldId="259"/>
            <ac:spMk id="15" creationId="{85149191-5F60-4A28-AAFF-039F96B0F3EC}"/>
          </ac:spMkLst>
        </pc:spChg>
        <pc:spChg chg="add">
          <ac:chgData name="Enrique Rodriguez T" userId="32b13e1ab8ff8e75" providerId="LiveId" clId="{CF940E53-9561-43CB-AECB-8308DFA64550}" dt="2025-12-02T04:39:04.921" v="286" actId="26606"/>
          <ac:spMkLst>
            <pc:docMk/>
            <pc:sldMk cId="1438460322" sldId="259"/>
            <ac:spMk id="17" creationId="{F8260ED5-17F7-4158-B241-D51DD4CF1B7E}"/>
          </ac:spMkLst>
        </pc:spChg>
        <pc:picChg chg="add mod">
          <ac:chgData name="Enrique Rodriguez T" userId="32b13e1ab8ff8e75" providerId="LiveId" clId="{CF940E53-9561-43CB-AECB-8308DFA64550}" dt="2025-12-02T04:39:04.921" v="286" actId="26606"/>
          <ac:picMkLst>
            <pc:docMk/>
            <pc:sldMk cId="1438460322" sldId="259"/>
            <ac:picMk id="4" creationId="{B6FDCFEC-24E2-E3E6-FAB9-EA038EA78B37}"/>
          </ac:picMkLst>
        </pc:picChg>
      </pc:sldChg>
      <pc:sldChg chg="addSp delSp modSp new mod setBg chgLayout">
        <pc:chgData name="Enrique Rodriguez T" userId="32b13e1ab8ff8e75" providerId="LiveId" clId="{CF940E53-9561-43CB-AECB-8308DFA64550}" dt="2025-12-02T04:41:46.234" v="326" actId="1076"/>
        <pc:sldMkLst>
          <pc:docMk/>
          <pc:sldMk cId="1505300010" sldId="260"/>
        </pc:sldMkLst>
        <pc:spChg chg="del">
          <ac:chgData name="Enrique Rodriguez T" userId="32b13e1ab8ff8e75" providerId="LiveId" clId="{CF940E53-9561-43CB-AECB-8308DFA64550}" dt="2025-12-02T04:25:13.638" v="185" actId="700"/>
          <ac:spMkLst>
            <pc:docMk/>
            <pc:sldMk cId="1505300010" sldId="260"/>
            <ac:spMk id="2" creationId="{F1D960D2-9C57-E190-CEFB-C64EB077019D}"/>
          </ac:spMkLst>
        </pc:spChg>
        <pc:spChg chg="add mod ord">
          <ac:chgData name="Enrique Rodriguez T" userId="32b13e1ab8ff8e75" providerId="LiveId" clId="{CF940E53-9561-43CB-AECB-8308DFA64550}" dt="2025-12-02T04:39:16.248" v="291" actId="26606"/>
          <ac:spMkLst>
            <pc:docMk/>
            <pc:sldMk cId="1505300010" sldId="260"/>
            <ac:spMk id="3" creationId="{6A25AC4A-2025-5215-9608-519B9DAEE856}"/>
          </ac:spMkLst>
        </pc:spChg>
        <pc:spChg chg="add">
          <ac:chgData name="Enrique Rodriguez T" userId="32b13e1ab8ff8e75" providerId="LiveId" clId="{CF940E53-9561-43CB-AECB-8308DFA64550}" dt="2025-12-02T04:39:16.248" v="291" actId="26606"/>
          <ac:spMkLst>
            <pc:docMk/>
            <pc:sldMk cId="1505300010" sldId="260"/>
            <ac:spMk id="14" creationId="{9CB95732-565A-4D2C-A3AB-CC460C0D3826}"/>
          </ac:spMkLst>
        </pc:spChg>
        <pc:spChg chg="add">
          <ac:chgData name="Enrique Rodriguez T" userId="32b13e1ab8ff8e75" providerId="LiveId" clId="{CF940E53-9561-43CB-AECB-8308DFA64550}" dt="2025-12-02T04:39:16.248" v="291" actId="26606"/>
          <ac:spMkLst>
            <pc:docMk/>
            <pc:sldMk cId="1505300010" sldId="260"/>
            <ac:spMk id="16" creationId="{77F1AF47-AE98-4034-BD91-1976FA4D9C4C}"/>
          </ac:spMkLst>
        </pc:spChg>
        <pc:spChg chg="add">
          <ac:chgData name="Enrique Rodriguez T" userId="32b13e1ab8ff8e75" providerId="LiveId" clId="{CF940E53-9561-43CB-AECB-8308DFA64550}" dt="2025-12-02T04:39:16.248" v="291" actId="26606"/>
          <ac:spMkLst>
            <pc:docMk/>
            <pc:sldMk cId="1505300010" sldId="260"/>
            <ac:spMk id="18" creationId="{8EC0EE2B-2029-48DD-893D-F528E651B07D}"/>
          </ac:spMkLst>
        </pc:spChg>
        <pc:spChg chg="add">
          <ac:chgData name="Enrique Rodriguez T" userId="32b13e1ab8ff8e75" providerId="LiveId" clId="{CF940E53-9561-43CB-AECB-8308DFA64550}" dt="2025-12-02T04:39:16.248" v="291" actId="26606"/>
          <ac:spMkLst>
            <pc:docMk/>
            <pc:sldMk cId="1505300010" sldId="260"/>
            <ac:spMk id="20" creationId="{45AE1D08-1ED1-4F59-B42F-4D8EA33DC8C6}"/>
          </ac:spMkLst>
        </pc:spChg>
        <pc:spChg chg="add">
          <ac:chgData name="Enrique Rodriguez T" userId="32b13e1ab8ff8e75" providerId="LiveId" clId="{CF940E53-9561-43CB-AECB-8308DFA64550}" dt="2025-12-02T04:39:16.248" v="291" actId="26606"/>
          <ac:spMkLst>
            <pc:docMk/>
            <pc:sldMk cId="1505300010" sldId="260"/>
            <ac:spMk id="22" creationId="{9A79B912-88EA-4640-BDEB-51B3B11A026A}"/>
          </ac:spMkLst>
        </pc:spChg>
        <pc:picChg chg="add mod">
          <ac:chgData name="Enrique Rodriguez T" userId="32b13e1ab8ff8e75" providerId="LiveId" clId="{CF940E53-9561-43CB-AECB-8308DFA64550}" dt="2025-12-02T04:41:32.031" v="317" actId="1076"/>
          <ac:picMkLst>
            <pc:docMk/>
            <pc:sldMk cId="1505300010" sldId="260"/>
            <ac:picMk id="5" creationId="{EDDF01CC-852B-F998-A053-277D1BCD6CEA}"/>
          </ac:picMkLst>
        </pc:picChg>
        <pc:picChg chg="add mod ord">
          <ac:chgData name="Enrique Rodriguez T" userId="32b13e1ab8ff8e75" providerId="LiveId" clId="{CF940E53-9561-43CB-AECB-8308DFA64550}" dt="2025-12-02T04:41:42.780" v="324" actId="1076"/>
          <ac:picMkLst>
            <pc:docMk/>
            <pc:sldMk cId="1505300010" sldId="260"/>
            <ac:picMk id="7" creationId="{F68B2F4A-6B17-0E45-7894-5B546472C79B}"/>
          </ac:picMkLst>
        </pc:picChg>
        <pc:picChg chg="add mod">
          <ac:chgData name="Enrique Rodriguez T" userId="32b13e1ab8ff8e75" providerId="LiveId" clId="{CF940E53-9561-43CB-AECB-8308DFA64550}" dt="2025-12-02T04:41:46.234" v="326" actId="1076"/>
          <ac:picMkLst>
            <pc:docMk/>
            <pc:sldMk cId="1505300010" sldId="260"/>
            <ac:picMk id="9" creationId="{2CB76F48-876F-B03D-4A15-570B28BCE858}"/>
          </ac:picMkLst>
        </pc:picChg>
      </pc:sldChg>
      <pc:sldChg chg="addSp delSp modSp new mod setBg">
        <pc:chgData name="Enrique Rodriguez T" userId="32b13e1ab8ff8e75" providerId="LiveId" clId="{CF940E53-9561-43CB-AECB-8308DFA64550}" dt="2025-12-02T04:41:17.280" v="314" actId="553"/>
        <pc:sldMkLst>
          <pc:docMk/>
          <pc:sldMk cId="3942608588" sldId="261"/>
        </pc:sldMkLst>
        <pc:spChg chg="mod">
          <ac:chgData name="Enrique Rodriguez T" userId="32b13e1ab8ff8e75" providerId="LiveId" clId="{CF940E53-9561-43CB-AECB-8308DFA64550}" dt="2025-12-02T04:40:11.510" v="304" actId="26606"/>
          <ac:spMkLst>
            <pc:docMk/>
            <pc:sldMk cId="3942608588" sldId="261"/>
            <ac:spMk id="2" creationId="{0A59BA24-C09B-CB9B-2D51-2D7D570E2053}"/>
          </ac:spMkLst>
        </pc:spChg>
        <pc:spChg chg="add mod">
          <ac:chgData name="Enrique Rodriguez T" userId="32b13e1ab8ff8e75" providerId="LiveId" clId="{CF940E53-9561-43CB-AECB-8308DFA64550}" dt="2025-12-02T04:41:17.280" v="314" actId="553"/>
          <ac:spMkLst>
            <pc:docMk/>
            <pc:sldMk cId="3942608588" sldId="261"/>
            <ac:spMk id="15" creationId="{A41657CB-1D99-BC9C-90C6-2A413DEB10BE}"/>
          </ac:spMkLst>
        </pc:spChg>
        <pc:spChg chg="add mod">
          <ac:chgData name="Enrique Rodriguez T" userId="32b13e1ab8ff8e75" providerId="LiveId" clId="{CF940E53-9561-43CB-AECB-8308DFA64550}" dt="2025-12-02T04:41:17.280" v="314" actId="553"/>
          <ac:spMkLst>
            <pc:docMk/>
            <pc:sldMk cId="3942608588" sldId="261"/>
            <ac:spMk id="16" creationId="{0A89758F-83D0-F6BC-5958-935FE86EFA1D}"/>
          </ac:spMkLst>
        </pc:spChg>
        <pc:spChg chg="add mod">
          <ac:chgData name="Enrique Rodriguez T" userId="32b13e1ab8ff8e75" providerId="LiveId" clId="{CF940E53-9561-43CB-AECB-8308DFA64550}" dt="2025-12-02T04:41:17.280" v="314" actId="553"/>
          <ac:spMkLst>
            <pc:docMk/>
            <pc:sldMk cId="3942608588" sldId="261"/>
            <ac:spMk id="17" creationId="{CF3752B4-9EFB-6426-C295-AE6FD5CF9196}"/>
          </ac:spMkLst>
        </pc:spChg>
        <pc:spChg chg="add mod">
          <ac:chgData name="Enrique Rodriguez T" userId="32b13e1ab8ff8e75" providerId="LiveId" clId="{CF940E53-9561-43CB-AECB-8308DFA64550}" dt="2025-12-02T04:41:17.280" v="314" actId="553"/>
          <ac:spMkLst>
            <pc:docMk/>
            <pc:sldMk cId="3942608588" sldId="261"/>
            <ac:spMk id="18" creationId="{6944FCEB-A7B2-9A5E-470E-C538EF2CF618}"/>
          </ac:spMkLst>
        </pc:spChg>
        <pc:spChg chg="add">
          <ac:chgData name="Enrique Rodriguez T" userId="32b13e1ab8ff8e75" providerId="LiveId" clId="{CF940E53-9561-43CB-AECB-8308DFA64550}" dt="2025-12-02T04:40:11.510" v="304" actId="26606"/>
          <ac:spMkLst>
            <pc:docMk/>
            <pc:sldMk cId="3942608588" sldId="261"/>
            <ac:spMk id="19" creationId="{9CB95732-565A-4D2C-A3AB-CC460C0D3826}"/>
          </ac:spMkLst>
        </pc:spChg>
        <pc:spChg chg="add">
          <ac:chgData name="Enrique Rodriguez T" userId="32b13e1ab8ff8e75" providerId="LiveId" clId="{CF940E53-9561-43CB-AECB-8308DFA64550}" dt="2025-12-02T04:40:11.510" v="304" actId="26606"/>
          <ac:spMkLst>
            <pc:docMk/>
            <pc:sldMk cId="3942608588" sldId="261"/>
            <ac:spMk id="21" creationId="{77F1AF47-AE98-4034-BD91-1976FA4D9C4C}"/>
          </ac:spMkLst>
        </pc:spChg>
        <pc:spChg chg="add">
          <ac:chgData name="Enrique Rodriguez T" userId="32b13e1ab8ff8e75" providerId="LiveId" clId="{CF940E53-9561-43CB-AECB-8308DFA64550}" dt="2025-12-02T04:40:11.510" v="304" actId="26606"/>
          <ac:spMkLst>
            <pc:docMk/>
            <pc:sldMk cId="3942608588" sldId="261"/>
            <ac:spMk id="23" creationId="{8EC0EE2B-2029-48DD-893D-F528E651B07D}"/>
          </ac:spMkLst>
        </pc:spChg>
        <pc:spChg chg="add">
          <ac:chgData name="Enrique Rodriguez T" userId="32b13e1ab8ff8e75" providerId="LiveId" clId="{CF940E53-9561-43CB-AECB-8308DFA64550}" dt="2025-12-02T04:40:11.510" v="304" actId="26606"/>
          <ac:spMkLst>
            <pc:docMk/>
            <pc:sldMk cId="3942608588" sldId="261"/>
            <ac:spMk id="25" creationId="{45AE1D08-1ED1-4F59-B42F-4D8EA33DC8C6}"/>
          </ac:spMkLst>
        </pc:spChg>
        <pc:spChg chg="add">
          <ac:chgData name="Enrique Rodriguez T" userId="32b13e1ab8ff8e75" providerId="LiveId" clId="{CF940E53-9561-43CB-AECB-8308DFA64550}" dt="2025-12-02T04:40:11.510" v="304" actId="26606"/>
          <ac:spMkLst>
            <pc:docMk/>
            <pc:sldMk cId="3942608588" sldId="261"/>
            <ac:spMk id="27" creationId="{9A79B912-88EA-4640-BDEB-51B3B11A026A}"/>
          </ac:spMkLst>
        </pc:spChg>
        <pc:picChg chg="add mod">
          <ac:chgData name="Enrique Rodriguez T" userId="32b13e1ab8ff8e75" providerId="LiveId" clId="{CF940E53-9561-43CB-AECB-8308DFA64550}" dt="2025-12-02T04:40:11.510" v="304" actId="26606"/>
          <ac:picMkLst>
            <pc:docMk/>
            <pc:sldMk cId="3942608588" sldId="261"/>
            <ac:picMk id="4" creationId="{6C9BBF72-285B-0F3B-199F-2C7068D3877E}"/>
          </ac:picMkLst>
        </pc:picChg>
        <pc:picChg chg="add mod">
          <ac:chgData name="Enrique Rodriguez T" userId="32b13e1ab8ff8e75" providerId="LiveId" clId="{CF940E53-9561-43CB-AECB-8308DFA64550}" dt="2025-12-02T04:40:11.510" v="304" actId="26606"/>
          <ac:picMkLst>
            <pc:docMk/>
            <pc:sldMk cId="3942608588" sldId="261"/>
            <ac:picMk id="12" creationId="{79B0E2A9-722A-EBD5-D5CE-288F0F5135CF}"/>
          </ac:picMkLst>
        </pc:picChg>
        <pc:picChg chg="add mod">
          <ac:chgData name="Enrique Rodriguez T" userId="32b13e1ab8ff8e75" providerId="LiveId" clId="{CF940E53-9561-43CB-AECB-8308DFA64550}" dt="2025-12-02T04:40:11.510" v="304" actId="26606"/>
          <ac:picMkLst>
            <pc:docMk/>
            <pc:sldMk cId="3942608588" sldId="261"/>
            <ac:picMk id="14" creationId="{EB1C56CB-E8A0-25ED-FAF3-0F4E2789796B}"/>
          </ac:picMkLst>
        </pc:picChg>
        <pc:cxnChg chg="add del mod">
          <ac:chgData name="Enrique Rodriguez T" userId="32b13e1ab8ff8e75" providerId="LiveId" clId="{CF940E53-9561-43CB-AECB-8308DFA64550}" dt="2025-12-02T04:40:09.398" v="303" actId="478"/>
          <ac:cxnSpMkLst>
            <pc:docMk/>
            <pc:sldMk cId="3942608588" sldId="261"/>
            <ac:cxnSpMk id="6" creationId="{D0715089-2EF9-75D9-8F2E-FC141703BB50}"/>
          </ac:cxnSpMkLst>
        </pc:cxnChg>
        <pc:cxnChg chg="add del mod">
          <ac:chgData name="Enrique Rodriguez T" userId="32b13e1ab8ff8e75" providerId="LiveId" clId="{CF940E53-9561-43CB-AECB-8308DFA64550}" dt="2025-12-02T04:40:08.726" v="302" actId="478"/>
          <ac:cxnSpMkLst>
            <pc:docMk/>
            <pc:sldMk cId="3942608588" sldId="261"/>
            <ac:cxnSpMk id="7" creationId="{82A80409-7B26-22F9-57A6-95783D7573EA}"/>
          </ac:cxnSpMkLst>
        </pc:cxnChg>
        <pc:cxnChg chg="add del mod">
          <ac:chgData name="Enrique Rodriguez T" userId="32b13e1ab8ff8e75" providerId="LiveId" clId="{CF940E53-9561-43CB-AECB-8308DFA64550}" dt="2025-12-02T04:40:07.285" v="300" actId="478"/>
          <ac:cxnSpMkLst>
            <pc:docMk/>
            <pc:sldMk cId="3942608588" sldId="261"/>
            <ac:cxnSpMk id="8" creationId="{DD084D88-374C-A5E5-F854-F9E1C37E2DBC}"/>
          </ac:cxnSpMkLst>
        </pc:cxnChg>
        <pc:cxnChg chg="add del mod">
          <ac:chgData name="Enrique Rodriguez T" userId="32b13e1ab8ff8e75" providerId="LiveId" clId="{CF940E53-9561-43CB-AECB-8308DFA64550}" dt="2025-12-02T04:40:08.133" v="301" actId="478"/>
          <ac:cxnSpMkLst>
            <pc:docMk/>
            <pc:sldMk cId="3942608588" sldId="261"/>
            <ac:cxnSpMk id="9" creationId="{A7596195-6FCE-9DE0-1F5A-BD4109BF0817}"/>
          </ac:cxnSpMkLst>
        </pc:cxnChg>
      </pc:sldChg>
      <pc:sldChg chg="addSp delSp modSp new mod setBg">
        <pc:chgData name="Enrique Rodriguez T" userId="32b13e1ab8ff8e75" providerId="LiveId" clId="{CF940E53-9561-43CB-AECB-8308DFA64550}" dt="2025-12-02T04:42:05.604" v="331" actId="1076"/>
        <pc:sldMkLst>
          <pc:docMk/>
          <pc:sldMk cId="1387216456" sldId="262"/>
        </pc:sldMkLst>
        <pc:spChg chg="mod">
          <ac:chgData name="Enrique Rodriguez T" userId="32b13e1ab8ff8e75" providerId="LiveId" clId="{CF940E53-9561-43CB-AECB-8308DFA64550}" dt="2025-12-02T04:39:58.956" v="297" actId="26606"/>
          <ac:spMkLst>
            <pc:docMk/>
            <pc:sldMk cId="1387216456" sldId="262"/>
            <ac:spMk id="2" creationId="{CDA60196-91AE-DC70-3E25-BEB65450460C}"/>
          </ac:spMkLst>
        </pc:spChg>
        <pc:spChg chg="add mod">
          <ac:chgData name="Enrique Rodriguez T" userId="32b13e1ab8ff8e75" providerId="LiveId" clId="{CF940E53-9561-43CB-AECB-8308DFA64550}" dt="2025-12-02T04:42:05.604" v="331" actId="1076"/>
          <ac:spMkLst>
            <pc:docMk/>
            <pc:sldMk cId="1387216456" sldId="262"/>
            <ac:spMk id="10" creationId="{10F1F9F7-9CE6-6027-494C-74FFB8BAB890}"/>
          </ac:spMkLst>
        </pc:spChg>
        <pc:spChg chg="add">
          <ac:chgData name="Enrique Rodriguez T" userId="32b13e1ab8ff8e75" providerId="LiveId" clId="{CF940E53-9561-43CB-AECB-8308DFA64550}" dt="2025-12-02T04:39:58.956" v="297" actId="26606"/>
          <ac:spMkLst>
            <pc:docMk/>
            <pc:sldMk cId="1387216456" sldId="262"/>
            <ac:spMk id="12" creationId="{2151139A-886F-4B97-8815-729AD3831BBD}"/>
          </ac:spMkLst>
        </pc:spChg>
        <pc:spChg chg="add">
          <ac:chgData name="Enrique Rodriguez T" userId="32b13e1ab8ff8e75" providerId="LiveId" clId="{CF940E53-9561-43CB-AECB-8308DFA64550}" dt="2025-12-02T04:39:58.956" v="297" actId="26606"/>
          <ac:spMkLst>
            <pc:docMk/>
            <pc:sldMk cId="1387216456" sldId="262"/>
            <ac:spMk id="14" creationId="{AB5E08C4-8CDD-4623-A5B8-E998C6DEE3B7}"/>
          </ac:spMkLst>
        </pc:spChg>
        <pc:spChg chg="add">
          <ac:chgData name="Enrique Rodriguez T" userId="32b13e1ab8ff8e75" providerId="LiveId" clId="{CF940E53-9561-43CB-AECB-8308DFA64550}" dt="2025-12-02T04:39:58.956" v="297" actId="26606"/>
          <ac:spMkLst>
            <pc:docMk/>
            <pc:sldMk cId="1387216456" sldId="262"/>
            <ac:spMk id="16" creationId="{15F33878-D502-4FFA-8ACE-F2AECDB2A23F}"/>
          </ac:spMkLst>
        </pc:spChg>
        <pc:spChg chg="add">
          <ac:chgData name="Enrique Rodriguez T" userId="32b13e1ab8ff8e75" providerId="LiveId" clId="{CF940E53-9561-43CB-AECB-8308DFA64550}" dt="2025-12-02T04:39:58.956" v="297" actId="26606"/>
          <ac:spMkLst>
            <pc:docMk/>
            <pc:sldMk cId="1387216456" sldId="262"/>
            <ac:spMk id="18" creationId="{D3539FEE-81D3-4406-802E-60B20B16F4F6}"/>
          </ac:spMkLst>
        </pc:spChg>
        <pc:spChg chg="add">
          <ac:chgData name="Enrique Rodriguez T" userId="32b13e1ab8ff8e75" providerId="LiveId" clId="{CF940E53-9561-43CB-AECB-8308DFA64550}" dt="2025-12-02T04:39:58.956" v="297" actId="26606"/>
          <ac:spMkLst>
            <pc:docMk/>
            <pc:sldMk cId="1387216456" sldId="262"/>
            <ac:spMk id="20" creationId="{DC701763-729E-462F-A5A8-E0DEFEB1E2E4}"/>
          </ac:spMkLst>
        </pc:spChg>
        <pc:picChg chg="add mod ord">
          <ac:chgData name="Enrique Rodriguez T" userId="32b13e1ab8ff8e75" providerId="LiveId" clId="{CF940E53-9561-43CB-AECB-8308DFA64550}" dt="2025-12-02T04:41:59.116" v="329" actId="1076"/>
          <ac:picMkLst>
            <pc:docMk/>
            <pc:sldMk cId="1387216456" sldId="262"/>
            <ac:picMk id="4" creationId="{2AA566B0-C770-016A-D6C4-791D9138F0AD}"/>
          </ac:picMkLst>
        </pc:picChg>
        <pc:picChg chg="add mod">
          <ac:chgData name="Enrique Rodriguez T" userId="32b13e1ab8ff8e75" providerId="LiveId" clId="{CF940E53-9561-43CB-AECB-8308DFA64550}" dt="2025-12-02T04:41:57.309" v="328" actId="1076"/>
          <ac:picMkLst>
            <pc:docMk/>
            <pc:sldMk cId="1387216456" sldId="262"/>
            <ac:picMk id="7" creationId="{62968065-0AB7-065A-A936-D342E701E7B3}"/>
          </ac:picMkLst>
        </pc:picChg>
        <pc:picChg chg="add del">
          <ac:chgData name="Enrique Rodriguez T" userId="32b13e1ab8ff8e75" providerId="LiveId" clId="{CF940E53-9561-43CB-AECB-8308DFA64550}" dt="2025-12-02T04:40:02.297" v="299" actId="478"/>
          <ac:picMkLst>
            <pc:docMk/>
            <pc:sldMk cId="1387216456" sldId="262"/>
            <ac:picMk id="9" creationId="{B5A3623C-7EAB-A269-5352-2CC296BAA9AB}"/>
          </ac:picMkLst>
        </pc:picChg>
        <pc:cxnChg chg="add del mod">
          <ac:chgData name="Enrique Rodriguez T" userId="32b13e1ab8ff8e75" providerId="LiveId" clId="{CF940E53-9561-43CB-AECB-8308DFA64550}" dt="2025-12-02T04:39:52.709" v="296" actId="478"/>
          <ac:cxnSpMkLst>
            <pc:docMk/>
            <pc:sldMk cId="1387216456" sldId="262"/>
            <ac:cxnSpMk id="5" creationId="{F44E6A91-C33F-0C4F-8998-DC665FA1B6CF}"/>
          </ac:cxnSpMkLst>
        </pc:cxnChg>
      </pc:sldChg>
      <pc:sldChg chg="addSp modSp new mod setBg">
        <pc:chgData name="Enrique Rodriguez T" userId="32b13e1ab8ff8e75" providerId="LiveId" clId="{CF940E53-9561-43CB-AECB-8308DFA64550}" dt="2025-12-02T04:42:18.098" v="335" actId="1076"/>
        <pc:sldMkLst>
          <pc:docMk/>
          <pc:sldMk cId="3896423487" sldId="263"/>
        </pc:sldMkLst>
        <pc:spChg chg="mod">
          <ac:chgData name="Enrique Rodriguez T" userId="32b13e1ab8ff8e75" providerId="LiveId" clId="{CF940E53-9561-43CB-AECB-8308DFA64550}" dt="2025-12-02T04:39:47.495" v="295" actId="26606"/>
          <ac:spMkLst>
            <pc:docMk/>
            <pc:sldMk cId="3896423487" sldId="263"/>
            <ac:spMk id="2" creationId="{1BBE05CF-865F-E0CB-B85E-F831256EB7EC}"/>
          </ac:spMkLst>
        </pc:spChg>
        <pc:spChg chg="add">
          <ac:chgData name="Enrique Rodriguez T" userId="32b13e1ab8ff8e75" providerId="LiveId" clId="{CF940E53-9561-43CB-AECB-8308DFA64550}" dt="2025-12-02T04:39:47.495" v="295" actId="26606"/>
          <ac:spMkLst>
            <pc:docMk/>
            <pc:sldMk cId="3896423487" sldId="263"/>
            <ac:spMk id="9" creationId="{A8384FB5-9ADC-4DDC-881B-597D56F5B15D}"/>
          </ac:spMkLst>
        </pc:spChg>
        <pc:spChg chg="add">
          <ac:chgData name="Enrique Rodriguez T" userId="32b13e1ab8ff8e75" providerId="LiveId" clId="{CF940E53-9561-43CB-AECB-8308DFA64550}" dt="2025-12-02T04:39:47.495" v="295" actId="26606"/>
          <ac:spMkLst>
            <pc:docMk/>
            <pc:sldMk cId="3896423487" sldId="263"/>
            <ac:spMk id="11" creationId="{1199E1B1-A8C0-4FE8-A5A8-1CB41D69F857}"/>
          </ac:spMkLst>
        </pc:spChg>
        <pc:spChg chg="add">
          <ac:chgData name="Enrique Rodriguez T" userId="32b13e1ab8ff8e75" providerId="LiveId" clId="{CF940E53-9561-43CB-AECB-8308DFA64550}" dt="2025-12-02T04:39:47.495" v="295" actId="26606"/>
          <ac:spMkLst>
            <pc:docMk/>
            <pc:sldMk cId="3896423487" sldId="263"/>
            <ac:spMk id="13" creationId="{84A8DE83-DE75-4B41-9DB4-A7EC0B0DEC0B}"/>
          </ac:spMkLst>
        </pc:spChg>
        <pc:spChg chg="add">
          <ac:chgData name="Enrique Rodriguez T" userId="32b13e1ab8ff8e75" providerId="LiveId" clId="{CF940E53-9561-43CB-AECB-8308DFA64550}" dt="2025-12-02T04:39:47.495" v="295" actId="26606"/>
          <ac:spMkLst>
            <pc:docMk/>
            <pc:sldMk cId="3896423487" sldId="263"/>
            <ac:spMk id="15" creationId="{A7009A0A-BEF5-4EAC-AF15-E4F9F002E239}"/>
          </ac:spMkLst>
        </pc:spChg>
        <pc:picChg chg="add mod">
          <ac:chgData name="Enrique Rodriguez T" userId="32b13e1ab8ff8e75" providerId="LiveId" clId="{CF940E53-9561-43CB-AECB-8308DFA64550}" dt="2025-12-02T04:42:18.098" v="335" actId="1076"/>
          <ac:picMkLst>
            <pc:docMk/>
            <pc:sldMk cId="3896423487" sldId="263"/>
            <ac:picMk id="4" creationId="{F578B035-D8B0-821F-ACF8-C2E7E1EF469E}"/>
          </ac:picMkLst>
        </pc:picChg>
      </pc:sldChg>
      <pc:sldChg chg="addSp delSp modSp new mod setBg modClrScheme chgLayout">
        <pc:chgData name="Enrique Rodriguez T" userId="32b13e1ab8ff8e75" providerId="LiveId" clId="{CF940E53-9561-43CB-AECB-8308DFA64550}" dt="2025-12-02T04:39:01.721" v="285" actId="26606"/>
        <pc:sldMkLst>
          <pc:docMk/>
          <pc:sldMk cId="576697148" sldId="264"/>
        </pc:sldMkLst>
        <pc:spChg chg="mod ord">
          <ac:chgData name="Enrique Rodriguez T" userId="32b13e1ab8ff8e75" providerId="LiveId" clId="{CF940E53-9561-43CB-AECB-8308DFA64550}" dt="2025-12-02T04:39:01.721" v="285" actId="26606"/>
          <ac:spMkLst>
            <pc:docMk/>
            <pc:sldMk cId="576697148" sldId="264"/>
            <ac:spMk id="2" creationId="{D43E700F-AF0B-4B4C-0160-6D72952C025C}"/>
          </ac:spMkLst>
        </pc:spChg>
        <pc:spChg chg="del">
          <ac:chgData name="Enrique Rodriguez T" userId="32b13e1ab8ff8e75" providerId="LiveId" clId="{CF940E53-9561-43CB-AECB-8308DFA64550}" dt="2025-12-02T04:37:47.471" v="278" actId="700"/>
          <ac:spMkLst>
            <pc:docMk/>
            <pc:sldMk cId="576697148" sldId="264"/>
            <ac:spMk id="3" creationId="{2F4177E6-6883-12EF-2FE9-E9AFD88E2203}"/>
          </ac:spMkLst>
        </pc:spChg>
        <pc:spChg chg="add">
          <ac:chgData name="Enrique Rodriguez T" userId="32b13e1ab8ff8e75" providerId="LiveId" clId="{CF940E53-9561-43CB-AECB-8308DFA64550}" dt="2025-12-02T04:39:01.721" v="285" actId="26606"/>
          <ac:spMkLst>
            <pc:docMk/>
            <pc:sldMk cId="576697148" sldId="264"/>
            <ac:spMk id="10" creationId="{A8384FB5-9ADC-4DDC-881B-597D56F5B15D}"/>
          </ac:spMkLst>
        </pc:spChg>
        <pc:spChg chg="add">
          <ac:chgData name="Enrique Rodriguez T" userId="32b13e1ab8ff8e75" providerId="LiveId" clId="{CF940E53-9561-43CB-AECB-8308DFA64550}" dt="2025-12-02T04:39:01.721" v="285" actId="26606"/>
          <ac:spMkLst>
            <pc:docMk/>
            <pc:sldMk cId="576697148" sldId="264"/>
            <ac:spMk id="12" creationId="{91E5A9A7-95C6-4F4F-B00E-C82E07FE62EF}"/>
          </ac:spMkLst>
        </pc:spChg>
        <pc:spChg chg="add">
          <ac:chgData name="Enrique Rodriguez T" userId="32b13e1ab8ff8e75" providerId="LiveId" clId="{CF940E53-9561-43CB-AECB-8308DFA64550}" dt="2025-12-02T04:39:01.721" v="285" actId="26606"/>
          <ac:spMkLst>
            <pc:docMk/>
            <pc:sldMk cId="576697148" sldId="264"/>
            <ac:spMk id="14" creationId="{D07DD2DE-F619-49DD-B5E7-03A290FF4ED1}"/>
          </ac:spMkLst>
        </pc:spChg>
        <pc:spChg chg="add">
          <ac:chgData name="Enrique Rodriguez T" userId="32b13e1ab8ff8e75" providerId="LiveId" clId="{CF940E53-9561-43CB-AECB-8308DFA64550}" dt="2025-12-02T04:39:01.721" v="285" actId="26606"/>
          <ac:spMkLst>
            <pc:docMk/>
            <pc:sldMk cId="576697148" sldId="264"/>
            <ac:spMk id="16" creationId="{85149191-5F60-4A28-AAFF-039F96B0F3EC}"/>
          </ac:spMkLst>
        </pc:spChg>
        <pc:spChg chg="add">
          <ac:chgData name="Enrique Rodriguez T" userId="32b13e1ab8ff8e75" providerId="LiveId" clId="{CF940E53-9561-43CB-AECB-8308DFA64550}" dt="2025-12-02T04:39:01.721" v="285" actId="26606"/>
          <ac:spMkLst>
            <pc:docMk/>
            <pc:sldMk cId="576697148" sldId="264"/>
            <ac:spMk id="18" creationId="{F8260ED5-17F7-4158-B241-D51DD4CF1B7E}"/>
          </ac:spMkLst>
        </pc:spChg>
        <pc:picChg chg="add mod">
          <ac:chgData name="Enrique Rodriguez T" userId="32b13e1ab8ff8e75" providerId="LiveId" clId="{CF940E53-9561-43CB-AECB-8308DFA64550}" dt="2025-12-02T04:39:01.721" v="285" actId="26606"/>
          <ac:picMkLst>
            <pc:docMk/>
            <pc:sldMk cId="576697148" sldId="264"/>
            <ac:picMk id="5" creationId="{A20CCE6C-25C4-3D06-E3EB-81539A2A9AE4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3CA51-BAE9-636C-CF12-BF2FAEFD83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20C751-A799-9EDC-A2F8-A561DAF56F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7B3997-7520-0C64-69ED-F983BD8310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7F081-A0B9-4FB4-AC55-55D2B2002E7C}" type="datetimeFigureOut">
              <a:rPr lang="en-US" smtClean="0"/>
              <a:t>01-Dec-25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52162D-00C8-0F6C-B0AE-25BEB3869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C677BD-5B51-9DE9-9268-9AB044C06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3F8C2-CF5D-49EB-920B-89355CD97A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5262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3562E2-78E3-774C-2C61-7D33031D9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5E4A81-7FB0-961A-6403-C6D7293962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C46D02-51E9-2718-8763-885E900465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7F081-A0B9-4FB4-AC55-55D2B2002E7C}" type="datetimeFigureOut">
              <a:rPr lang="en-US" smtClean="0"/>
              <a:t>01-Dec-25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2B7F8A-F1CB-1C13-5FE3-DFBC5F2E9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855A53-A088-92CB-818E-20E0DF8AB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3F8C2-CF5D-49EB-920B-89355CD97A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45684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6BE07-E576-0A7D-4629-EB788787E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6B0C10-EDF9-CE73-7E41-F0AF26C3A9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31FD0F-E20D-15CA-563A-8F23C6C85F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7F081-A0B9-4FB4-AC55-55D2B2002E7C}" type="datetimeFigureOut">
              <a:rPr lang="en-US" smtClean="0"/>
              <a:t>01-Dec-25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C5E873-1DF8-9DED-57A2-B35482C2A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900C90-44F9-6E8B-FE74-374C661F3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3F8C2-CF5D-49EB-920B-89355CD97A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9818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8B6B66-9B85-73BD-0E59-48610ABE5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A5B89E-30F0-257F-C938-7D564D3305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7CA10B-F0C2-645B-9233-E122ED1F3B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75971F-4E4F-3B24-0385-0FE6F1A757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7F081-A0B9-4FB4-AC55-55D2B2002E7C}" type="datetimeFigureOut">
              <a:rPr lang="en-US" smtClean="0"/>
              <a:t>01-Dec-25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3DDF0B-67A7-F777-B338-7290E4B1C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DFAAE2-7C89-993B-B772-DDD5931AC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3F8C2-CF5D-49EB-920B-89355CD97A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9971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04CC2-0E0B-F1A9-B0C3-1AF8A5907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9D0265-BE42-2076-6EDC-6EFCE5365E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0636D9-C3ED-5C89-778E-90640A5C34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105F56D-A097-5791-258E-C65505D8A5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1F8EB2E-06C3-7998-B197-46DBE6C2D6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1728E7-FEC5-F074-D9EB-80C66226E1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7F081-A0B9-4FB4-AC55-55D2B2002E7C}" type="datetimeFigureOut">
              <a:rPr lang="en-US" smtClean="0"/>
              <a:t>01-Dec-25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4B846A-503D-C55D-B9FF-BB2E66F39C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6E85BE-433A-C65F-46B2-20979A9E8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3F8C2-CF5D-49EB-920B-89355CD97A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918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5E53E-06DF-64DA-BF2A-CA0DDD02B0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D255DA-4FB1-57E7-A3E6-1CD02F80E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7F081-A0B9-4FB4-AC55-55D2B2002E7C}" type="datetimeFigureOut">
              <a:rPr lang="en-US" smtClean="0"/>
              <a:t>01-Dec-25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6FDBED-CBF3-5277-9B73-5A17F1483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095236-B4DD-2163-E6BA-032D0A33D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3F8C2-CF5D-49EB-920B-89355CD97A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21516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96E829-0589-225E-885C-6A17A32687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7F081-A0B9-4FB4-AC55-55D2B2002E7C}" type="datetimeFigureOut">
              <a:rPr lang="en-US" smtClean="0"/>
              <a:t>01-Dec-25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E66A3D-C1B5-9194-5025-A37FF5208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DEF925-148D-D518-E9D4-0955F0578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3F8C2-CF5D-49EB-920B-89355CD97A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2143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3E680E-DB87-00DF-0BDF-53BADBE94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28AEBC-7D47-59A1-DF96-2849CEEFF8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8B58E0-C685-BEB5-661D-8686702B84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9C3EFE-135C-89AA-1E89-F466A8E3E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7F081-A0B9-4FB4-AC55-55D2B2002E7C}" type="datetimeFigureOut">
              <a:rPr lang="en-US" smtClean="0"/>
              <a:t>01-Dec-25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D83143-39D3-8DC6-44E6-F97657E0A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FB5551-D5D1-3682-F73C-508A61A0C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3F8C2-CF5D-49EB-920B-89355CD97A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4042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0AFF2-E6EB-C8D9-FBA4-2EF31B0E01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E8BB3A1-1AE0-0E75-AA8E-2C089D2397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58618D-CF82-D75F-28B5-3D276DB632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EC5EF9-2EB3-9372-4786-4E082BEB1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7F081-A0B9-4FB4-AC55-55D2B2002E7C}" type="datetimeFigureOut">
              <a:rPr lang="en-US" smtClean="0"/>
              <a:t>01-Dec-25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964DBF-0955-6C49-BEC9-B903F8994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B9366B-C5E3-6E0C-FF1B-05110FCED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3F8C2-CF5D-49EB-920B-89355CD97A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5732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CC7F3-F0D3-1E7F-AA04-CA15E1907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78A06E-F288-B57D-B53A-70AAF5EB14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96C193-60D6-CA41-44A0-D51EB95354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7F081-A0B9-4FB4-AC55-55D2B2002E7C}" type="datetimeFigureOut">
              <a:rPr lang="en-US" smtClean="0"/>
              <a:t>01-Dec-25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626CCB-ABAD-EF09-E550-0CEA054EF4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A88C61-414C-50AE-430E-B9F540957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3F8C2-CF5D-49EB-920B-89355CD97A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3595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2EB9758-8D73-C614-4AEA-7F020078A9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45C622-37B5-DD5B-8458-C63C52F3CE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CB1263-FF78-3389-5674-67A20658B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7F081-A0B9-4FB4-AC55-55D2B2002E7C}" type="datetimeFigureOut">
              <a:rPr lang="en-US" smtClean="0"/>
              <a:t>01-Dec-25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B7EF4B-B790-340D-52BA-05D4EA008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E6AB6D-D6FB-7239-1B66-D6CAEEDCD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3F8C2-CF5D-49EB-920B-89355CD97A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20783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B860AA-E68A-51BF-26BA-D6841257D2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6F8C81-F70E-D597-FAD2-BA2F80751C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33739B-D358-5738-E6BB-FC59E0E956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07F081-A0B9-4FB4-AC55-55D2B2002E7C}" type="datetimeFigureOut">
              <a:rPr lang="en-US" smtClean="0"/>
              <a:t>01-Dec-25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3D1236-4F2A-45D6-8D4F-82BE3A9CB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BF0572-5329-62F9-6330-15FBAE75F1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E3F8C2-CF5D-49EB-920B-89355CD97A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7435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1E5A94-91D0-5B64-86FE-A17EDDCAAA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s-ES" sz="4800">
                <a:solidFill>
                  <a:srgbClr val="FFFFFF"/>
                </a:solidFill>
              </a:rPr>
              <a:t>Proyecto Integrador</a:t>
            </a:r>
            <a:endParaRPr lang="en-US" sz="480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5ABE54-7984-64B7-407C-E3B14C8AA8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l"/>
            <a:r>
              <a:rPr lang="es-ES" dirty="0"/>
              <a:t>Enrique Rodríguez Toscano</a:t>
            </a:r>
            <a:endParaRPr lang="es-ES"/>
          </a:p>
          <a:p>
            <a:pPr algn="l"/>
            <a:r>
              <a:rPr lang="es-ES" dirty="0" err="1"/>
              <a:t>Vehicle</a:t>
            </a:r>
            <a:r>
              <a:rPr lang="es-ES" dirty="0"/>
              <a:t> </a:t>
            </a:r>
            <a:r>
              <a:rPr lang="es-ES" dirty="0" err="1"/>
              <a:t>fleet</a:t>
            </a:r>
            <a:r>
              <a:rPr lang="es-ES" dirty="0"/>
              <a:t> Simple </a:t>
            </a:r>
            <a:r>
              <a:rPr lang="es-ES" dirty="0" err="1"/>
              <a:t>Worflow</a:t>
            </a:r>
            <a:r>
              <a:rPr lang="es-ES" dirty="0"/>
              <a:t> ( 12 </a:t>
            </a:r>
            <a:r>
              <a:rPr lang="es-ES" dirty="0" err="1"/>
              <a:t>Vehicle</a:t>
            </a:r>
            <a:r>
              <a:rPr lang="es-ES" dirty="0"/>
              <a:t> </a:t>
            </a:r>
            <a:r>
              <a:rPr lang="es-ES" dirty="0" err="1"/>
              <a:t>fleet</a:t>
            </a:r>
            <a:r>
              <a:rPr lang="es-ES" dirty="0"/>
              <a:t>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85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3E700F-AF0B-4B4C-0160-6D72952C02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DBC Design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0CCE6C-25C4-3D06-E3EB-81539A2A9A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2428" y="1098696"/>
            <a:ext cx="7225748" cy="4660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66971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16BBAC-6A4B-8824-5455-385E40636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Synthetic Raw Data generated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6FDCFEC-24E2-E3E6-FAB9-EA038EA78B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7035" y="467208"/>
            <a:ext cx="6096534" cy="592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84603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856307-C19C-BE13-3793-DBD59DF9B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Docker up and runing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31D9BEF-BA64-615F-A1F4-AE4434B85F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2428" y="1523209"/>
            <a:ext cx="7225748" cy="3811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41205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B0C9EB-7A44-C6AE-A482-9F1662E27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Docker up and running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BEB4D2-9E66-E9A3-F0F8-F70DCBE765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793" y="1966293"/>
            <a:ext cx="10414412" cy="445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01742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9CB95732-565A-4D2C-A3AB-CC460C0D38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7F1AF47-AE98-4034-BD91-1976FA4D9C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11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EC0EE2B-2029-48DD-893D-F528E651B0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57200" y="8482"/>
            <a:ext cx="3568276" cy="6858000"/>
          </a:xfrm>
          <a:prstGeom prst="rect">
            <a:avLst/>
          </a:prstGeom>
          <a:gradFill>
            <a:gsLst>
              <a:gs pos="0">
                <a:schemeClr val="accent1">
                  <a:alpha val="32000"/>
                </a:schemeClr>
              </a:gs>
              <a:gs pos="70000">
                <a:srgbClr val="000000">
                  <a:alpha val="0"/>
                </a:srgb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5AE1D08-1ED1-4F59-B42F-4D8EA33DC8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A79B912-88EA-4640-BDEB-51B3B11A02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9565" y="2659404"/>
            <a:ext cx="4355594" cy="4040742"/>
          </a:xfrm>
          <a:prstGeom prst="rect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A25AC4A-2025-5215-9608-519B9DAEE8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180" y="2862471"/>
            <a:ext cx="3041803" cy="290780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Raw Schema creation and raw data import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DF01CC-852B-F998-A053-277D1BCD6C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6113" y="889025"/>
            <a:ext cx="1946722" cy="184426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CB76F48-876F-B03D-4A15-570B28BCE8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5469" y="2938467"/>
            <a:ext cx="7157526" cy="371435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68B2F4A-6B17-0E45-7894-5B546472C7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6919" y="941033"/>
            <a:ext cx="3982279" cy="1740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53000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9CB95732-565A-4D2C-A3AB-CC460C0D38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7F1AF47-AE98-4034-BD91-1976FA4D9C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11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EC0EE2B-2029-48DD-893D-F528E651B0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57200" y="8482"/>
            <a:ext cx="3568276" cy="6858000"/>
          </a:xfrm>
          <a:prstGeom prst="rect">
            <a:avLst/>
          </a:prstGeom>
          <a:gradFill>
            <a:gsLst>
              <a:gs pos="0">
                <a:schemeClr val="accent1">
                  <a:alpha val="32000"/>
                </a:schemeClr>
              </a:gs>
              <a:gs pos="70000">
                <a:srgbClr val="000000">
                  <a:alpha val="0"/>
                </a:srgb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45AE1D08-1ED1-4F59-B42F-4D8EA33DC8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A79B912-88EA-4640-BDEB-51B3B11A02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9565" y="2659404"/>
            <a:ext cx="4355594" cy="4040742"/>
          </a:xfrm>
          <a:prstGeom prst="rect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59BA24-C09B-CB9B-2D51-2D7D570E20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180" y="2862471"/>
            <a:ext cx="3041803" cy="290780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Staging Schema creation and table creation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C9BBF72-285B-0F3B-199F-2C7068D387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1040" y="872569"/>
            <a:ext cx="3387578" cy="230126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9B0E2A9-722A-EBD5-D5CE-288F0F5135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3930" y="1102654"/>
            <a:ext cx="3419533" cy="207118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B1C56CB-E8A0-25ED-FAF3-0F4E278979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0416" y="3429000"/>
            <a:ext cx="6393671" cy="2887465"/>
          </a:xfrm>
          <a:prstGeom prst="rect">
            <a:avLst/>
          </a:prstGeom>
        </p:spPr>
      </p:pic>
      <p:sp>
        <p:nvSpPr>
          <p:cNvPr id="15" name="Arrow: Right 14">
            <a:extLst>
              <a:ext uri="{FF2B5EF4-FFF2-40B4-BE49-F238E27FC236}">
                <a16:creationId xmlns:a16="http://schemas.microsoft.com/office/drawing/2014/main" id="{A41657CB-1D99-BC9C-90C6-2A413DEB10BE}"/>
              </a:ext>
            </a:extLst>
          </p:cNvPr>
          <p:cNvSpPr/>
          <p:nvPr/>
        </p:nvSpPr>
        <p:spPr>
          <a:xfrm>
            <a:off x="4341860" y="1820318"/>
            <a:ext cx="503434" cy="143838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0A89758F-83D0-F6BC-5958-935FE86EFA1D}"/>
              </a:ext>
            </a:extLst>
          </p:cNvPr>
          <p:cNvSpPr/>
          <p:nvPr/>
        </p:nvSpPr>
        <p:spPr>
          <a:xfrm>
            <a:off x="4341860" y="2066325"/>
            <a:ext cx="503434" cy="143838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CF3752B4-9EFB-6426-C295-AE6FD5CF9196}"/>
              </a:ext>
            </a:extLst>
          </p:cNvPr>
          <p:cNvSpPr/>
          <p:nvPr/>
        </p:nvSpPr>
        <p:spPr>
          <a:xfrm>
            <a:off x="4341860" y="2210163"/>
            <a:ext cx="503434" cy="143838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6944FCEB-A7B2-9A5E-470E-C538EF2CF618}"/>
              </a:ext>
            </a:extLst>
          </p:cNvPr>
          <p:cNvSpPr/>
          <p:nvPr/>
        </p:nvSpPr>
        <p:spPr>
          <a:xfrm>
            <a:off x="4341860" y="2354001"/>
            <a:ext cx="503434" cy="143838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6085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A60196-91AE-DC70-3E25-BEB6545046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Driven Trusted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2968065-0AB7-065A-A936-D342E701E7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30" y="2856216"/>
            <a:ext cx="6187305" cy="236724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AA566B0-C770-016A-D6C4-791D9138F0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9551" y="2647530"/>
            <a:ext cx="5131087" cy="2501404"/>
          </a:xfrm>
          <a:prstGeom prst="rect">
            <a:avLst/>
          </a:prstGeom>
        </p:spPr>
      </p:pic>
      <p:sp>
        <p:nvSpPr>
          <p:cNvPr id="10" name="Arrow: Right 9">
            <a:extLst>
              <a:ext uri="{FF2B5EF4-FFF2-40B4-BE49-F238E27FC236}">
                <a16:creationId xmlns:a16="http://schemas.microsoft.com/office/drawing/2014/main" id="{10F1F9F7-9CE6-6027-494C-74FFB8BAB890}"/>
              </a:ext>
            </a:extLst>
          </p:cNvPr>
          <p:cNvSpPr/>
          <p:nvPr/>
        </p:nvSpPr>
        <p:spPr>
          <a:xfrm>
            <a:off x="6257832" y="4624590"/>
            <a:ext cx="503434" cy="143838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2164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BE05CF-865F-E0CB-B85E-F831256EB7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Airflow DAG execution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78B035-D8B0-821F-ACF8-C2E7E1EF46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403" y="1614217"/>
            <a:ext cx="10510555" cy="5202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64234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46</Words>
  <Application>Microsoft Office PowerPoint</Application>
  <PresentationFormat>Widescreen</PresentationFormat>
  <Paragraphs>11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Proyecto Integrador</vt:lpstr>
      <vt:lpstr>DBC Design</vt:lpstr>
      <vt:lpstr>Synthetic Raw Data generated</vt:lpstr>
      <vt:lpstr>Docker up and runing</vt:lpstr>
      <vt:lpstr>Docker up and running</vt:lpstr>
      <vt:lpstr>Raw Schema creation and raw data import</vt:lpstr>
      <vt:lpstr>Staging Schema creation and table creation</vt:lpstr>
      <vt:lpstr>Driven Trusted</vt:lpstr>
      <vt:lpstr>Airflow DAG execution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Enrique Rodriguez T</dc:creator>
  <cp:lastModifiedBy>Enrique Rodriguez T</cp:lastModifiedBy>
  <cp:revision>1</cp:revision>
  <dcterms:created xsi:type="dcterms:W3CDTF">2025-12-02T04:18:57Z</dcterms:created>
  <dcterms:modified xsi:type="dcterms:W3CDTF">2025-12-02T04:42:22Z</dcterms:modified>
</cp:coreProperties>
</file>