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9" r:id="rId4"/>
    <p:sldId id="258" r:id="rId5"/>
    <p:sldId id="257" r:id="rId6"/>
    <p:sldId id="260" r:id="rId7"/>
    <p:sldId id="265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91D81C-3757-4692-AC3B-41AAA37CBD59}" v="18" dt="2025-12-17T03:34:12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7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Rodriguez T" userId="32b13e1ab8ff8e75" providerId="LiveId" clId="{CF940E53-9561-43CB-AECB-8308DFA64550}"/>
    <pc:docChg chg="undo custSel addSld modSld sldOrd">
      <pc:chgData name="Enrique Rodriguez T" userId="32b13e1ab8ff8e75" providerId="LiveId" clId="{CF940E53-9561-43CB-AECB-8308DFA64550}" dt="2025-12-17T03:34:15.622" v="1146" actId="1076"/>
      <pc:docMkLst>
        <pc:docMk/>
      </pc:docMkLst>
      <pc:sldChg chg="addSp modSp new mod setBg addAnim">
        <pc:chgData name="Enrique Rodriguez T" userId="32b13e1ab8ff8e75" providerId="LiveId" clId="{CF940E53-9561-43CB-AECB-8308DFA64550}" dt="2025-12-02T04:38:57.898" v="284"/>
        <pc:sldMkLst>
          <pc:docMk/>
          <pc:sldMk cId="76885099" sldId="256"/>
        </pc:sldMkLst>
        <pc:spChg chg="mo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2" creationId="{301E5A94-91D0-5B64-86FE-A17EDDCAAA35}"/>
          </ac:spMkLst>
        </pc:spChg>
        <pc:spChg chg="mo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3" creationId="{D15ABE54-7984-64B7-407C-E3B14C8AA8A4}"/>
          </ac:spMkLst>
        </pc:spChg>
        <pc:spChg chg="ad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8" creationId="{6F5A5072-7B47-4D32-B52A-4EBBF590B8A5}"/>
          </ac:spMkLst>
        </pc:spChg>
        <pc:spChg chg="ad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10" creationId="{9715DAF0-AE1B-46C9-8A6B-DB2AA05AB91D}"/>
          </ac:spMkLst>
        </pc:spChg>
        <pc:spChg chg="ad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12" creationId="{6016219D-510E-4184-9090-6D5578A87BD1}"/>
          </ac:spMkLst>
        </pc:spChg>
        <pc:spChg chg="ad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14" creationId="{AFF4A713-7B75-4B21-90D7-5AB19547C728}"/>
          </ac:spMkLst>
        </pc:spChg>
        <pc:spChg chg="ad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16" creationId="{DC631C0B-6DA6-4E57-8231-CE32B3434A7E}"/>
          </ac:spMkLst>
        </pc:spChg>
        <pc:spChg chg="add">
          <ac:chgData name="Enrique Rodriguez T" userId="32b13e1ab8ff8e75" providerId="LiveId" clId="{CF940E53-9561-43CB-AECB-8308DFA64550}" dt="2025-12-02T04:38:57.892" v="282" actId="26606"/>
          <ac:spMkLst>
            <pc:docMk/>
            <pc:sldMk cId="76885099" sldId="256"/>
            <ac:spMk id="18" creationId="{C29501E6-A978-4A61-9689-9085AF97A53A}"/>
          </ac:spMkLst>
        </pc:spChg>
      </pc:sldChg>
      <pc:sldChg chg="addSp delSp modSp new mod setBg modClrScheme chgLayout">
        <pc:chgData name="Enrique Rodriguez T" userId="32b13e1ab8ff8e75" providerId="LiveId" clId="{CF940E53-9561-43CB-AECB-8308DFA64550}" dt="2025-12-17T03:18:13.872" v="512" actId="6549"/>
        <pc:sldMkLst>
          <pc:docMk/>
          <pc:sldMk cId="2180174232" sldId="257"/>
        </pc:sldMkLst>
        <pc:spChg chg="mod ord">
          <ac:chgData name="Enrique Rodriguez T" userId="32b13e1ab8ff8e75" providerId="LiveId" clId="{CF940E53-9561-43CB-AECB-8308DFA64550}" dt="2025-12-02T04:39:13.370" v="290" actId="26606"/>
          <ac:spMkLst>
            <pc:docMk/>
            <pc:sldMk cId="2180174232" sldId="257"/>
            <ac:spMk id="2" creationId="{1FB0C9EB-7A44-C6AE-A482-9F1662E27ABC}"/>
          </ac:spMkLst>
        </pc:spChg>
        <pc:spChg chg="add mod">
          <ac:chgData name="Enrique Rodriguez T" userId="32b13e1ab8ff8e75" providerId="LiveId" clId="{CF940E53-9561-43CB-AECB-8308DFA64550}" dt="2025-12-17T03:18:13.872" v="512" actId="6549"/>
          <ac:spMkLst>
            <pc:docMk/>
            <pc:sldMk cId="2180174232" sldId="257"/>
            <ac:spMk id="3" creationId="{6F73E824-2EE5-D225-B037-B6A3D8DD8B3D}"/>
          </ac:spMkLst>
        </pc:spChg>
        <pc:spChg chg="add">
          <ac:chgData name="Enrique Rodriguez T" userId="32b13e1ab8ff8e75" providerId="LiveId" clId="{CF940E53-9561-43CB-AECB-8308DFA64550}" dt="2025-12-02T04:39:13.370" v="290" actId="26606"/>
          <ac:spMkLst>
            <pc:docMk/>
            <pc:sldMk cId="2180174232" sldId="257"/>
            <ac:spMk id="20" creationId="{A8384FB5-9ADC-4DDC-881B-597D56F5B15D}"/>
          </ac:spMkLst>
        </pc:spChg>
        <pc:spChg chg="add">
          <ac:chgData name="Enrique Rodriguez T" userId="32b13e1ab8ff8e75" providerId="LiveId" clId="{CF940E53-9561-43CB-AECB-8308DFA64550}" dt="2025-12-02T04:39:13.370" v="290" actId="26606"/>
          <ac:spMkLst>
            <pc:docMk/>
            <pc:sldMk cId="2180174232" sldId="257"/>
            <ac:spMk id="21" creationId="{1199E1B1-A8C0-4FE8-A5A8-1CB41D69F857}"/>
          </ac:spMkLst>
        </pc:spChg>
        <pc:spChg chg="add">
          <ac:chgData name="Enrique Rodriguez T" userId="32b13e1ab8ff8e75" providerId="LiveId" clId="{CF940E53-9561-43CB-AECB-8308DFA64550}" dt="2025-12-02T04:39:13.370" v="290" actId="26606"/>
          <ac:spMkLst>
            <pc:docMk/>
            <pc:sldMk cId="2180174232" sldId="257"/>
            <ac:spMk id="22" creationId="{84A8DE83-DE75-4B41-9DB4-A7EC0B0DEC0B}"/>
          </ac:spMkLst>
        </pc:spChg>
        <pc:spChg chg="add">
          <ac:chgData name="Enrique Rodriguez T" userId="32b13e1ab8ff8e75" providerId="LiveId" clId="{CF940E53-9561-43CB-AECB-8308DFA64550}" dt="2025-12-02T04:39:13.370" v="290" actId="26606"/>
          <ac:spMkLst>
            <pc:docMk/>
            <pc:sldMk cId="2180174232" sldId="257"/>
            <ac:spMk id="23" creationId="{A7009A0A-BEF5-4EAC-AF15-E4F9F002E239}"/>
          </ac:spMkLst>
        </pc:spChg>
        <pc:picChg chg="add mod">
          <ac:chgData name="Enrique Rodriguez T" userId="32b13e1ab8ff8e75" providerId="LiveId" clId="{CF940E53-9561-43CB-AECB-8308DFA64550}" dt="2025-12-02T04:39:13.370" v="290" actId="26606"/>
          <ac:picMkLst>
            <pc:docMk/>
            <pc:sldMk cId="2180174232" sldId="257"/>
            <ac:picMk id="5" creationId="{CDBEB4D2-9E66-E9A3-F0F8-F70DCBE76576}"/>
          </ac:picMkLst>
        </pc:picChg>
      </pc:sldChg>
      <pc:sldChg chg="addSp delSp modSp new mod ord setBg">
        <pc:chgData name="Enrique Rodriguez T" userId="32b13e1ab8ff8e75" providerId="LiveId" clId="{CF940E53-9561-43CB-AECB-8308DFA64550}" dt="2025-12-17T03:17:36.858" v="507" actId="1076"/>
        <pc:sldMkLst>
          <pc:docMk/>
          <pc:sldMk cId="1384120513" sldId="258"/>
        </pc:sldMkLst>
        <pc:spChg chg="mod">
          <ac:chgData name="Enrique Rodriguez T" userId="32b13e1ab8ff8e75" providerId="LiveId" clId="{CF940E53-9561-43CB-AECB-8308DFA64550}" dt="2025-12-02T04:39:07.788" v="287" actId="26606"/>
          <ac:spMkLst>
            <pc:docMk/>
            <pc:sldMk cId="1384120513" sldId="258"/>
            <ac:spMk id="2" creationId="{17856307-C19C-BE13-3793-DBD59DF9B2D4}"/>
          </ac:spMkLst>
        </pc:spChg>
        <pc:spChg chg="add mod">
          <ac:chgData name="Enrique Rodriguez T" userId="32b13e1ab8ff8e75" providerId="LiveId" clId="{CF940E53-9561-43CB-AECB-8308DFA64550}" dt="2025-12-17T03:17:36.858" v="507" actId="1076"/>
          <ac:spMkLst>
            <pc:docMk/>
            <pc:sldMk cId="1384120513" sldId="258"/>
            <ac:spMk id="6" creationId="{76194709-DB37-350A-87F8-A59765F9E6EC}"/>
          </ac:spMkLst>
        </pc:spChg>
        <pc:spChg chg="add">
          <ac:chgData name="Enrique Rodriguez T" userId="32b13e1ab8ff8e75" providerId="LiveId" clId="{CF940E53-9561-43CB-AECB-8308DFA64550}" dt="2025-12-02T04:39:07.788" v="287" actId="26606"/>
          <ac:spMkLst>
            <pc:docMk/>
            <pc:sldMk cId="1384120513" sldId="258"/>
            <ac:spMk id="9" creationId="{A8384FB5-9ADC-4DDC-881B-597D56F5B15D}"/>
          </ac:spMkLst>
        </pc:spChg>
        <pc:spChg chg="add">
          <ac:chgData name="Enrique Rodriguez T" userId="32b13e1ab8ff8e75" providerId="LiveId" clId="{CF940E53-9561-43CB-AECB-8308DFA64550}" dt="2025-12-02T04:39:07.788" v="287" actId="26606"/>
          <ac:spMkLst>
            <pc:docMk/>
            <pc:sldMk cId="1384120513" sldId="258"/>
            <ac:spMk id="11" creationId="{91E5A9A7-95C6-4F4F-B00E-C82E07FE62EF}"/>
          </ac:spMkLst>
        </pc:spChg>
        <pc:spChg chg="add">
          <ac:chgData name="Enrique Rodriguez T" userId="32b13e1ab8ff8e75" providerId="LiveId" clId="{CF940E53-9561-43CB-AECB-8308DFA64550}" dt="2025-12-02T04:39:07.788" v="287" actId="26606"/>
          <ac:spMkLst>
            <pc:docMk/>
            <pc:sldMk cId="1384120513" sldId="258"/>
            <ac:spMk id="13" creationId="{D07DD2DE-F619-49DD-B5E7-03A290FF4ED1}"/>
          </ac:spMkLst>
        </pc:spChg>
        <pc:spChg chg="add">
          <ac:chgData name="Enrique Rodriguez T" userId="32b13e1ab8ff8e75" providerId="LiveId" clId="{CF940E53-9561-43CB-AECB-8308DFA64550}" dt="2025-12-02T04:39:07.788" v="287" actId="26606"/>
          <ac:spMkLst>
            <pc:docMk/>
            <pc:sldMk cId="1384120513" sldId="258"/>
            <ac:spMk id="15" creationId="{85149191-5F60-4A28-AAFF-039F96B0F3EC}"/>
          </ac:spMkLst>
        </pc:spChg>
        <pc:spChg chg="add">
          <ac:chgData name="Enrique Rodriguez T" userId="32b13e1ab8ff8e75" providerId="LiveId" clId="{CF940E53-9561-43CB-AECB-8308DFA64550}" dt="2025-12-02T04:39:07.788" v="287" actId="26606"/>
          <ac:spMkLst>
            <pc:docMk/>
            <pc:sldMk cId="1384120513" sldId="258"/>
            <ac:spMk id="17" creationId="{F8260ED5-17F7-4158-B241-D51DD4CF1B7E}"/>
          </ac:spMkLst>
        </pc:spChg>
        <pc:picChg chg="add del mod">
          <ac:chgData name="Enrique Rodriguez T" userId="32b13e1ab8ff8e75" providerId="LiveId" clId="{CF940E53-9561-43CB-AECB-8308DFA64550}" dt="2025-12-17T03:12:36.500" v="373" actId="478"/>
          <ac:picMkLst>
            <pc:docMk/>
            <pc:sldMk cId="1384120513" sldId="258"/>
            <ac:picMk id="4" creationId="{031D9BEF-BA64-615F-A1F4-AE4434B85F9D}"/>
          </ac:picMkLst>
        </pc:picChg>
        <pc:picChg chg="add mod">
          <ac:chgData name="Enrique Rodriguez T" userId="32b13e1ab8ff8e75" providerId="LiveId" clId="{CF940E53-9561-43CB-AECB-8308DFA64550}" dt="2025-12-17T03:13:00.873" v="378" actId="1076"/>
          <ac:picMkLst>
            <pc:docMk/>
            <pc:sldMk cId="1384120513" sldId="258"/>
            <ac:picMk id="5" creationId="{CFC175DA-5B14-B2B1-9C7F-7977B297ACBC}"/>
          </ac:picMkLst>
        </pc:picChg>
      </pc:sldChg>
      <pc:sldChg chg="addSp modSp new mod ord setBg">
        <pc:chgData name="Enrique Rodriguez T" userId="32b13e1ab8ff8e75" providerId="LiveId" clId="{CF940E53-9561-43CB-AECB-8308DFA64550}" dt="2025-12-02T04:39:04.921" v="286" actId="26606"/>
        <pc:sldMkLst>
          <pc:docMk/>
          <pc:sldMk cId="1438460322" sldId="259"/>
        </pc:sldMkLst>
        <pc:spChg chg="mod">
          <ac:chgData name="Enrique Rodriguez T" userId="32b13e1ab8ff8e75" providerId="LiveId" clId="{CF940E53-9561-43CB-AECB-8308DFA64550}" dt="2025-12-02T04:39:04.921" v="286" actId="26606"/>
          <ac:spMkLst>
            <pc:docMk/>
            <pc:sldMk cId="1438460322" sldId="259"/>
            <ac:spMk id="2" creationId="{AF16BBAC-6A4B-8824-5455-385E406369D0}"/>
          </ac:spMkLst>
        </pc:spChg>
        <pc:spChg chg="add">
          <ac:chgData name="Enrique Rodriguez T" userId="32b13e1ab8ff8e75" providerId="LiveId" clId="{CF940E53-9561-43CB-AECB-8308DFA64550}" dt="2025-12-02T04:39:04.921" v="286" actId="26606"/>
          <ac:spMkLst>
            <pc:docMk/>
            <pc:sldMk cId="1438460322" sldId="259"/>
            <ac:spMk id="9" creationId="{A8384FB5-9ADC-4DDC-881B-597D56F5B15D}"/>
          </ac:spMkLst>
        </pc:spChg>
        <pc:spChg chg="add">
          <ac:chgData name="Enrique Rodriguez T" userId="32b13e1ab8ff8e75" providerId="LiveId" clId="{CF940E53-9561-43CB-AECB-8308DFA64550}" dt="2025-12-02T04:39:04.921" v="286" actId="26606"/>
          <ac:spMkLst>
            <pc:docMk/>
            <pc:sldMk cId="1438460322" sldId="259"/>
            <ac:spMk id="11" creationId="{91E5A9A7-95C6-4F4F-B00E-C82E07FE62EF}"/>
          </ac:spMkLst>
        </pc:spChg>
        <pc:spChg chg="add">
          <ac:chgData name="Enrique Rodriguez T" userId="32b13e1ab8ff8e75" providerId="LiveId" clId="{CF940E53-9561-43CB-AECB-8308DFA64550}" dt="2025-12-02T04:39:04.921" v="286" actId="26606"/>
          <ac:spMkLst>
            <pc:docMk/>
            <pc:sldMk cId="1438460322" sldId="259"/>
            <ac:spMk id="13" creationId="{D07DD2DE-F619-49DD-B5E7-03A290FF4ED1}"/>
          </ac:spMkLst>
        </pc:spChg>
        <pc:spChg chg="add">
          <ac:chgData name="Enrique Rodriguez T" userId="32b13e1ab8ff8e75" providerId="LiveId" clId="{CF940E53-9561-43CB-AECB-8308DFA64550}" dt="2025-12-02T04:39:04.921" v="286" actId="26606"/>
          <ac:spMkLst>
            <pc:docMk/>
            <pc:sldMk cId="1438460322" sldId="259"/>
            <ac:spMk id="15" creationId="{85149191-5F60-4A28-AAFF-039F96B0F3EC}"/>
          </ac:spMkLst>
        </pc:spChg>
        <pc:spChg chg="add">
          <ac:chgData name="Enrique Rodriguez T" userId="32b13e1ab8ff8e75" providerId="LiveId" clId="{CF940E53-9561-43CB-AECB-8308DFA64550}" dt="2025-12-02T04:39:04.921" v="286" actId="26606"/>
          <ac:spMkLst>
            <pc:docMk/>
            <pc:sldMk cId="1438460322" sldId="259"/>
            <ac:spMk id="17" creationId="{F8260ED5-17F7-4158-B241-D51DD4CF1B7E}"/>
          </ac:spMkLst>
        </pc:spChg>
        <pc:picChg chg="add mod">
          <ac:chgData name="Enrique Rodriguez T" userId="32b13e1ab8ff8e75" providerId="LiveId" clId="{CF940E53-9561-43CB-AECB-8308DFA64550}" dt="2025-12-02T04:39:04.921" v="286" actId="26606"/>
          <ac:picMkLst>
            <pc:docMk/>
            <pc:sldMk cId="1438460322" sldId="259"/>
            <ac:picMk id="4" creationId="{B6FDCFEC-24E2-E3E6-FAB9-EA038EA78B37}"/>
          </ac:picMkLst>
        </pc:picChg>
      </pc:sldChg>
      <pc:sldChg chg="addSp delSp modSp new mod setBg chgLayout">
        <pc:chgData name="Enrique Rodriguez T" userId="32b13e1ab8ff8e75" providerId="LiveId" clId="{CF940E53-9561-43CB-AECB-8308DFA64550}" dt="2025-12-17T03:23:37.676" v="802" actId="20577"/>
        <pc:sldMkLst>
          <pc:docMk/>
          <pc:sldMk cId="1505300010" sldId="260"/>
        </pc:sldMkLst>
        <pc:spChg chg="add mod">
          <ac:chgData name="Enrique Rodriguez T" userId="32b13e1ab8ff8e75" providerId="LiveId" clId="{CF940E53-9561-43CB-AECB-8308DFA64550}" dt="2025-12-17T03:22:35.555" v="782" actId="20577"/>
          <ac:spMkLst>
            <pc:docMk/>
            <pc:sldMk cId="1505300010" sldId="260"/>
            <ac:spMk id="2" creationId="{4962BFB4-73E1-D14D-7AF5-E896FA46B7DC}"/>
          </ac:spMkLst>
        </pc:spChg>
        <pc:spChg chg="add mod ord">
          <ac:chgData name="Enrique Rodriguez T" userId="32b13e1ab8ff8e75" providerId="LiveId" clId="{CF940E53-9561-43CB-AECB-8308DFA64550}" dt="2025-12-02T04:39:16.248" v="291" actId="26606"/>
          <ac:spMkLst>
            <pc:docMk/>
            <pc:sldMk cId="1505300010" sldId="260"/>
            <ac:spMk id="3" creationId="{6A25AC4A-2025-5215-9608-519B9DAEE856}"/>
          </ac:spMkLst>
        </pc:spChg>
        <pc:spChg chg="add mod">
          <ac:chgData name="Enrique Rodriguez T" userId="32b13e1ab8ff8e75" providerId="LiveId" clId="{CF940E53-9561-43CB-AECB-8308DFA64550}" dt="2025-12-17T03:21:46.800" v="717" actId="1076"/>
          <ac:spMkLst>
            <pc:docMk/>
            <pc:sldMk cId="1505300010" sldId="260"/>
            <ac:spMk id="11" creationId="{79541716-DAAC-CC89-8B09-3DC8DEE11ECF}"/>
          </ac:spMkLst>
        </pc:spChg>
        <pc:spChg chg="add mod">
          <ac:chgData name="Enrique Rodriguez T" userId="32b13e1ab8ff8e75" providerId="LiveId" clId="{CF940E53-9561-43CB-AECB-8308DFA64550}" dt="2025-12-17T03:21:54.464" v="721" actId="20577"/>
          <ac:spMkLst>
            <pc:docMk/>
            <pc:sldMk cId="1505300010" sldId="260"/>
            <ac:spMk id="12" creationId="{4C331D27-DE7B-3A57-D89A-72A7F9FA0CC9}"/>
          </ac:spMkLst>
        </pc:spChg>
        <pc:spChg chg="add mod">
          <ac:chgData name="Enrique Rodriguez T" userId="32b13e1ab8ff8e75" providerId="LiveId" clId="{CF940E53-9561-43CB-AECB-8308DFA64550}" dt="2025-12-17T03:23:27.565" v="798" actId="1036"/>
          <ac:spMkLst>
            <pc:docMk/>
            <pc:sldMk cId="1505300010" sldId="260"/>
            <ac:spMk id="13" creationId="{4B69D33A-9912-699E-25F7-D20CB5137F86}"/>
          </ac:spMkLst>
        </pc:spChg>
        <pc:spChg chg="add">
          <ac:chgData name="Enrique Rodriguez T" userId="32b13e1ab8ff8e75" providerId="LiveId" clId="{CF940E53-9561-43CB-AECB-8308DFA64550}" dt="2025-12-02T04:39:16.248" v="291" actId="26606"/>
          <ac:spMkLst>
            <pc:docMk/>
            <pc:sldMk cId="1505300010" sldId="260"/>
            <ac:spMk id="14" creationId="{9CB95732-565A-4D2C-A3AB-CC460C0D3826}"/>
          </ac:spMkLst>
        </pc:spChg>
        <pc:spChg chg="add">
          <ac:chgData name="Enrique Rodriguez T" userId="32b13e1ab8ff8e75" providerId="LiveId" clId="{CF940E53-9561-43CB-AECB-8308DFA64550}" dt="2025-12-02T04:39:16.248" v="291" actId="26606"/>
          <ac:spMkLst>
            <pc:docMk/>
            <pc:sldMk cId="1505300010" sldId="260"/>
            <ac:spMk id="16" creationId="{77F1AF47-AE98-4034-BD91-1976FA4D9C4C}"/>
          </ac:spMkLst>
        </pc:spChg>
        <pc:spChg chg="add">
          <ac:chgData name="Enrique Rodriguez T" userId="32b13e1ab8ff8e75" providerId="LiveId" clId="{CF940E53-9561-43CB-AECB-8308DFA64550}" dt="2025-12-02T04:39:16.248" v="291" actId="26606"/>
          <ac:spMkLst>
            <pc:docMk/>
            <pc:sldMk cId="1505300010" sldId="260"/>
            <ac:spMk id="18" creationId="{8EC0EE2B-2029-48DD-893D-F528E651B07D}"/>
          </ac:spMkLst>
        </pc:spChg>
        <pc:spChg chg="add mod">
          <ac:chgData name="Enrique Rodriguez T" userId="32b13e1ab8ff8e75" providerId="LiveId" clId="{CF940E53-9561-43CB-AECB-8308DFA64550}" dt="2025-12-17T03:23:37.676" v="802" actId="20577"/>
          <ac:spMkLst>
            <pc:docMk/>
            <pc:sldMk cId="1505300010" sldId="260"/>
            <ac:spMk id="19" creationId="{99DC1590-8608-625D-2883-D5023337AF1C}"/>
          </ac:spMkLst>
        </pc:spChg>
        <pc:spChg chg="add">
          <ac:chgData name="Enrique Rodriguez T" userId="32b13e1ab8ff8e75" providerId="LiveId" clId="{CF940E53-9561-43CB-AECB-8308DFA64550}" dt="2025-12-02T04:39:16.248" v="291" actId="26606"/>
          <ac:spMkLst>
            <pc:docMk/>
            <pc:sldMk cId="1505300010" sldId="260"/>
            <ac:spMk id="20" creationId="{45AE1D08-1ED1-4F59-B42F-4D8EA33DC8C6}"/>
          </ac:spMkLst>
        </pc:spChg>
        <pc:spChg chg="add">
          <ac:chgData name="Enrique Rodriguez T" userId="32b13e1ab8ff8e75" providerId="LiveId" clId="{CF940E53-9561-43CB-AECB-8308DFA64550}" dt="2025-12-02T04:39:16.248" v="291" actId="26606"/>
          <ac:spMkLst>
            <pc:docMk/>
            <pc:sldMk cId="1505300010" sldId="260"/>
            <ac:spMk id="22" creationId="{9A79B912-88EA-4640-BDEB-51B3B11A026A}"/>
          </ac:spMkLst>
        </pc:spChg>
        <pc:picChg chg="add del mod">
          <ac:chgData name="Enrique Rodriguez T" userId="32b13e1ab8ff8e75" providerId="LiveId" clId="{CF940E53-9561-43CB-AECB-8308DFA64550}" dt="2025-12-17T03:18:54.395" v="549" actId="478"/>
          <ac:picMkLst>
            <pc:docMk/>
            <pc:sldMk cId="1505300010" sldId="260"/>
            <ac:picMk id="5" creationId="{EDDF01CC-852B-F998-A053-277D1BCD6CEA}"/>
          </ac:picMkLst>
        </pc:picChg>
        <pc:picChg chg="add mod">
          <ac:chgData name="Enrique Rodriguez T" userId="32b13e1ab8ff8e75" providerId="LiveId" clId="{CF940E53-9561-43CB-AECB-8308DFA64550}" dt="2025-12-17T03:21:05.090" v="691" actId="1076"/>
          <ac:picMkLst>
            <pc:docMk/>
            <pc:sldMk cId="1505300010" sldId="260"/>
            <ac:picMk id="6" creationId="{A8C30F01-81D6-ED26-C3A0-E8D1B1E19B2B}"/>
          </ac:picMkLst>
        </pc:picChg>
        <pc:picChg chg="add del mod ord">
          <ac:chgData name="Enrique Rodriguez T" userId="32b13e1ab8ff8e75" providerId="LiveId" clId="{CF940E53-9561-43CB-AECB-8308DFA64550}" dt="2025-12-17T03:18:54.908" v="550" actId="478"/>
          <ac:picMkLst>
            <pc:docMk/>
            <pc:sldMk cId="1505300010" sldId="260"/>
            <ac:picMk id="7" creationId="{F68B2F4A-6B17-0E45-7894-5B546472C79B}"/>
          </ac:picMkLst>
        </pc:picChg>
        <pc:picChg chg="add del mod">
          <ac:chgData name="Enrique Rodriguez T" userId="32b13e1ab8ff8e75" providerId="LiveId" clId="{CF940E53-9561-43CB-AECB-8308DFA64550}" dt="2025-12-17T03:18:55.300" v="551" actId="478"/>
          <ac:picMkLst>
            <pc:docMk/>
            <pc:sldMk cId="1505300010" sldId="260"/>
            <ac:picMk id="9" creationId="{2CB76F48-876F-B03D-4A15-570B28BCE858}"/>
          </ac:picMkLst>
        </pc:picChg>
        <pc:picChg chg="add mod">
          <ac:chgData name="Enrique Rodriguez T" userId="32b13e1ab8ff8e75" providerId="LiveId" clId="{CF940E53-9561-43CB-AECB-8308DFA64550}" dt="2025-12-17T03:23:20.054" v="787" actId="1076"/>
          <ac:picMkLst>
            <pc:docMk/>
            <pc:sldMk cId="1505300010" sldId="260"/>
            <ac:picMk id="10" creationId="{8994E43F-85F8-4917-6243-C387E75DA945}"/>
          </ac:picMkLst>
        </pc:picChg>
        <pc:picChg chg="add mod">
          <ac:chgData name="Enrique Rodriguez T" userId="32b13e1ab8ff8e75" providerId="LiveId" clId="{CF940E53-9561-43CB-AECB-8308DFA64550}" dt="2025-12-17T03:23:21.069" v="788" actId="1076"/>
          <ac:picMkLst>
            <pc:docMk/>
            <pc:sldMk cId="1505300010" sldId="260"/>
            <ac:picMk id="17" creationId="{2D21F8C7-D71C-5258-6446-6839D72011BC}"/>
          </ac:picMkLst>
        </pc:picChg>
      </pc:sldChg>
      <pc:sldChg chg="addSp delSp modSp new mod setBg">
        <pc:chgData name="Enrique Rodriguez T" userId="32b13e1ab8ff8e75" providerId="LiveId" clId="{CF940E53-9561-43CB-AECB-8308DFA64550}" dt="2025-12-17T03:31:47.840" v="1112" actId="1076"/>
        <pc:sldMkLst>
          <pc:docMk/>
          <pc:sldMk cId="3942608588" sldId="261"/>
        </pc:sldMkLst>
        <pc:spChg chg="mod">
          <ac:chgData name="Enrique Rodriguez T" userId="32b13e1ab8ff8e75" providerId="LiveId" clId="{CF940E53-9561-43CB-AECB-8308DFA64550}" dt="2025-12-02T04:40:11.510" v="304" actId="26606"/>
          <ac:spMkLst>
            <pc:docMk/>
            <pc:sldMk cId="3942608588" sldId="261"/>
            <ac:spMk id="2" creationId="{0A59BA24-C09B-CB9B-2D51-2D7D570E2053}"/>
          </ac:spMkLst>
        </pc:spChg>
        <pc:spChg chg="add mod ord">
          <ac:chgData name="Enrique Rodriguez T" userId="32b13e1ab8ff8e75" providerId="LiveId" clId="{CF940E53-9561-43CB-AECB-8308DFA64550}" dt="2025-12-17T03:29:27.036" v="1089" actId="1076"/>
          <ac:spMkLst>
            <pc:docMk/>
            <pc:sldMk cId="3942608588" sldId="261"/>
            <ac:spMk id="15" creationId="{A41657CB-1D99-BC9C-90C6-2A413DEB10BE}"/>
          </ac:spMkLst>
        </pc:spChg>
        <pc:spChg chg="add mod ord">
          <ac:chgData name="Enrique Rodriguez T" userId="32b13e1ab8ff8e75" providerId="LiveId" clId="{CF940E53-9561-43CB-AECB-8308DFA64550}" dt="2025-12-17T03:29:27.036" v="1089" actId="1076"/>
          <ac:spMkLst>
            <pc:docMk/>
            <pc:sldMk cId="3942608588" sldId="261"/>
            <ac:spMk id="16" creationId="{0A89758F-83D0-F6BC-5958-935FE86EFA1D}"/>
          </ac:spMkLst>
        </pc:spChg>
        <pc:spChg chg="add mod ord">
          <ac:chgData name="Enrique Rodriguez T" userId="32b13e1ab8ff8e75" providerId="LiveId" clId="{CF940E53-9561-43CB-AECB-8308DFA64550}" dt="2025-12-17T03:29:27.036" v="1089" actId="1076"/>
          <ac:spMkLst>
            <pc:docMk/>
            <pc:sldMk cId="3942608588" sldId="261"/>
            <ac:spMk id="17" creationId="{CF3752B4-9EFB-6426-C295-AE6FD5CF9196}"/>
          </ac:spMkLst>
        </pc:spChg>
        <pc:spChg chg="add mod ord">
          <ac:chgData name="Enrique Rodriguez T" userId="32b13e1ab8ff8e75" providerId="LiveId" clId="{CF940E53-9561-43CB-AECB-8308DFA64550}" dt="2025-12-17T03:29:27.036" v="1089" actId="1076"/>
          <ac:spMkLst>
            <pc:docMk/>
            <pc:sldMk cId="3942608588" sldId="261"/>
            <ac:spMk id="18" creationId="{6944FCEB-A7B2-9A5E-470E-C538EF2CF618}"/>
          </ac:spMkLst>
        </pc:spChg>
        <pc:spChg chg="add">
          <ac:chgData name="Enrique Rodriguez T" userId="32b13e1ab8ff8e75" providerId="LiveId" clId="{CF940E53-9561-43CB-AECB-8308DFA64550}" dt="2025-12-02T04:40:11.510" v="304" actId="26606"/>
          <ac:spMkLst>
            <pc:docMk/>
            <pc:sldMk cId="3942608588" sldId="261"/>
            <ac:spMk id="19" creationId="{9CB95732-565A-4D2C-A3AB-CC460C0D3826}"/>
          </ac:spMkLst>
        </pc:spChg>
        <pc:spChg chg="add">
          <ac:chgData name="Enrique Rodriguez T" userId="32b13e1ab8ff8e75" providerId="LiveId" clId="{CF940E53-9561-43CB-AECB-8308DFA64550}" dt="2025-12-02T04:40:11.510" v="304" actId="26606"/>
          <ac:spMkLst>
            <pc:docMk/>
            <pc:sldMk cId="3942608588" sldId="261"/>
            <ac:spMk id="21" creationId="{77F1AF47-AE98-4034-BD91-1976FA4D9C4C}"/>
          </ac:spMkLst>
        </pc:spChg>
        <pc:spChg chg="add">
          <ac:chgData name="Enrique Rodriguez T" userId="32b13e1ab8ff8e75" providerId="LiveId" clId="{CF940E53-9561-43CB-AECB-8308DFA64550}" dt="2025-12-02T04:40:11.510" v="304" actId="26606"/>
          <ac:spMkLst>
            <pc:docMk/>
            <pc:sldMk cId="3942608588" sldId="261"/>
            <ac:spMk id="23" creationId="{8EC0EE2B-2029-48DD-893D-F528E651B07D}"/>
          </ac:spMkLst>
        </pc:spChg>
        <pc:spChg chg="add">
          <ac:chgData name="Enrique Rodriguez T" userId="32b13e1ab8ff8e75" providerId="LiveId" clId="{CF940E53-9561-43CB-AECB-8308DFA64550}" dt="2025-12-02T04:40:11.510" v="304" actId="26606"/>
          <ac:spMkLst>
            <pc:docMk/>
            <pc:sldMk cId="3942608588" sldId="261"/>
            <ac:spMk id="25" creationId="{45AE1D08-1ED1-4F59-B42F-4D8EA33DC8C6}"/>
          </ac:spMkLst>
        </pc:spChg>
        <pc:spChg chg="add">
          <ac:chgData name="Enrique Rodriguez T" userId="32b13e1ab8ff8e75" providerId="LiveId" clId="{CF940E53-9561-43CB-AECB-8308DFA64550}" dt="2025-12-02T04:40:11.510" v="304" actId="26606"/>
          <ac:spMkLst>
            <pc:docMk/>
            <pc:sldMk cId="3942608588" sldId="261"/>
            <ac:spMk id="27" creationId="{9A79B912-88EA-4640-BDEB-51B3B11A026A}"/>
          </ac:spMkLst>
        </pc:spChg>
        <pc:picChg chg="add del mod">
          <ac:chgData name="Enrique Rodriguez T" userId="32b13e1ab8ff8e75" providerId="LiveId" clId="{CF940E53-9561-43CB-AECB-8308DFA64550}" dt="2025-12-17T03:29:00.238" v="1080" actId="478"/>
          <ac:picMkLst>
            <pc:docMk/>
            <pc:sldMk cId="3942608588" sldId="261"/>
            <ac:picMk id="4" creationId="{6C9BBF72-285B-0F3B-199F-2C7068D3877E}"/>
          </ac:picMkLst>
        </pc:picChg>
        <pc:picChg chg="add mod ord">
          <ac:chgData name="Enrique Rodriguez T" userId="32b13e1ab8ff8e75" providerId="LiveId" clId="{CF940E53-9561-43CB-AECB-8308DFA64550}" dt="2025-12-17T03:29:27.036" v="1089" actId="1076"/>
          <ac:picMkLst>
            <pc:docMk/>
            <pc:sldMk cId="3942608588" sldId="261"/>
            <ac:picMk id="5" creationId="{6345C05C-9E0A-10B9-FDC7-7400C52CC168}"/>
          </ac:picMkLst>
        </pc:picChg>
        <pc:picChg chg="add mod">
          <ac:chgData name="Enrique Rodriguez T" userId="32b13e1ab8ff8e75" providerId="LiveId" clId="{CF940E53-9561-43CB-AECB-8308DFA64550}" dt="2025-12-17T03:31:46.121" v="1111" actId="1076"/>
          <ac:picMkLst>
            <pc:docMk/>
            <pc:sldMk cId="3942608588" sldId="261"/>
            <ac:picMk id="7" creationId="{B7F58666-6A9C-ABC2-5664-4986FAF0EA7C}"/>
          </ac:picMkLst>
        </pc:picChg>
        <pc:picChg chg="add del mod">
          <ac:chgData name="Enrique Rodriguez T" userId="32b13e1ab8ff8e75" providerId="LiveId" clId="{CF940E53-9561-43CB-AECB-8308DFA64550}" dt="2025-12-17T03:31:42.874" v="1108" actId="478"/>
          <ac:picMkLst>
            <pc:docMk/>
            <pc:sldMk cId="3942608588" sldId="261"/>
            <ac:picMk id="12" creationId="{79B0E2A9-722A-EBD5-D5CE-288F0F5135CF}"/>
          </ac:picMkLst>
        </pc:picChg>
        <pc:picChg chg="add del mod">
          <ac:chgData name="Enrique Rodriguez T" userId="32b13e1ab8ff8e75" providerId="LiveId" clId="{CF940E53-9561-43CB-AECB-8308DFA64550}" dt="2025-12-17T03:31:47.840" v="1112" actId="1076"/>
          <ac:picMkLst>
            <pc:docMk/>
            <pc:sldMk cId="3942608588" sldId="261"/>
            <ac:picMk id="14" creationId="{EB1C56CB-E8A0-25ED-FAF3-0F4E2789796B}"/>
          </ac:picMkLst>
        </pc:picChg>
      </pc:sldChg>
      <pc:sldChg chg="addSp delSp modSp new mod setBg">
        <pc:chgData name="Enrique Rodriguez T" userId="32b13e1ab8ff8e75" providerId="LiveId" clId="{CF940E53-9561-43CB-AECB-8308DFA64550}" dt="2025-12-17T03:33:59.833" v="1141" actId="1076"/>
        <pc:sldMkLst>
          <pc:docMk/>
          <pc:sldMk cId="1387216456" sldId="262"/>
        </pc:sldMkLst>
        <pc:spChg chg="mod">
          <ac:chgData name="Enrique Rodriguez T" userId="32b13e1ab8ff8e75" providerId="LiveId" clId="{CF940E53-9561-43CB-AECB-8308DFA64550}" dt="2025-12-17T03:32:02.779" v="1121" actId="20577"/>
          <ac:spMkLst>
            <pc:docMk/>
            <pc:sldMk cId="1387216456" sldId="262"/>
            <ac:spMk id="2" creationId="{CDA60196-91AE-DC70-3E25-BEB65450460C}"/>
          </ac:spMkLst>
        </pc:spChg>
        <pc:spChg chg="add del mod">
          <ac:chgData name="Enrique Rodriguez T" userId="32b13e1ab8ff8e75" providerId="LiveId" clId="{CF940E53-9561-43CB-AECB-8308DFA64550}" dt="2025-12-17T03:30:29.905" v="1102" actId="478"/>
          <ac:spMkLst>
            <pc:docMk/>
            <pc:sldMk cId="1387216456" sldId="262"/>
            <ac:spMk id="10" creationId="{10F1F9F7-9CE6-6027-494C-74FFB8BAB890}"/>
          </ac:spMkLst>
        </pc:spChg>
        <pc:spChg chg="add">
          <ac:chgData name="Enrique Rodriguez T" userId="32b13e1ab8ff8e75" providerId="LiveId" clId="{CF940E53-9561-43CB-AECB-8308DFA64550}" dt="2025-12-02T04:39:58.956" v="297" actId="26606"/>
          <ac:spMkLst>
            <pc:docMk/>
            <pc:sldMk cId="1387216456" sldId="262"/>
            <ac:spMk id="12" creationId="{2151139A-886F-4B97-8815-729AD3831BBD}"/>
          </ac:spMkLst>
        </pc:spChg>
        <pc:spChg chg="add mod">
          <ac:chgData name="Enrique Rodriguez T" userId="32b13e1ab8ff8e75" providerId="LiveId" clId="{CF940E53-9561-43CB-AECB-8308DFA64550}" dt="2025-12-17T03:33:59.833" v="1141" actId="1076"/>
          <ac:spMkLst>
            <pc:docMk/>
            <pc:sldMk cId="1387216456" sldId="262"/>
            <ac:spMk id="13" creationId="{5FE5D7F1-76F4-DF0A-DA83-068A518FC5F1}"/>
          </ac:spMkLst>
        </pc:spChg>
        <pc:spChg chg="add">
          <ac:chgData name="Enrique Rodriguez T" userId="32b13e1ab8ff8e75" providerId="LiveId" clId="{CF940E53-9561-43CB-AECB-8308DFA64550}" dt="2025-12-02T04:39:58.956" v="297" actId="26606"/>
          <ac:spMkLst>
            <pc:docMk/>
            <pc:sldMk cId="1387216456" sldId="262"/>
            <ac:spMk id="14" creationId="{AB5E08C4-8CDD-4623-A5B8-E998C6DEE3B7}"/>
          </ac:spMkLst>
        </pc:spChg>
        <pc:spChg chg="add">
          <ac:chgData name="Enrique Rodriguez T" userId="32b13e1ab8ff8e75" providerId="LiveId" clId="{CF940E53-9561-43CB-AECB-8308DFA64550}" dt="2025-12-02T04:39:58.956" v="297" actId="26606"/>
          <ac:spMkLst>
            <pc:docMk/>
            <pc:sldMk cId="1387216456" sldId="262"/>
            <ac:spMk id="16" creationId="{15F33878-D502-4FFA-8ACE-F2AECDB2A23F}"/>
          </ac:spMkLst>
        </pc:spChg>
        <pc:spChg chg="add">
          <ac:chgData name="Enrique Rodriguez T" userId="32b13e1ab8ff8e75" providerId="LiveId" clId="{CF940E53-9561-43CB-AECB-8308DFA64550}" dt="2025-12-02T04:39:58.956" v="297" actId="26606"/>
          <ac:spMkLst>
            <pc:docMk/>
            <pc:sldMk cId="1387216456" sldId="262"/>
            <ac:spMk id="18" creationId="{D3539FEE-81D3-4406-802E-60B20B16F4F6}"/>
          </ac:spMkLst>
        </pc:spChg>
        <pc:spChg chg="add">
          <ac:chgData name="Enrique Rodriguez T" userId="32b13e1ab8ff8e75" providerId="LiveId" clId="{CF940E53-9561-43CB-AECB-8308DFA64550}" dt="2025-12-02T04:39:58.956" v="297" actId="26606"/>
          <ac:spMkLst>
            <pc:docMk/>
            <pc:sldMk cId="1387216456" sldId="262"/>
            <ac:spMk id="20" creationId="{DC701763-729E-462F-A5A8-E0DEFEB1E2E4}"/>
          </ac:spMkLst>
        </pc:spChg>
        <pc:picChg chg="add del mod ord">
          <ac:chgData name="Enrique Rodriguez T" userId="32b13e1ab8ff8e75" providerId="LiveId" clId="{CF940E53-9561-43CB-AECB-8308DFA64550}" dt="2025-12-17T03:30:12.680" v="1096" actId="478"/>
          <ac:picMkLst>
            <pc:docMk/>
            <pc:sldMk cId="1387216456" sldId="262"/>
            <ac:picMk id="4" creationId="{2AA566B0-C770-016A-D6C4-791D9138F0AD}"/>
          </ac:picMkLst>
        </pc:picChg>
        <pc:picChg chg="add mod">
          <ac:chgData name="Enrique Rodriguez T" userId="32b13e1ab8ff8e75" providerId="LiveId" clId="{CF940E53-9561-43CB-AECB-8308DFA64550}" dt="2025-12-17T03:33:52.452" v="1133" actId="1076"/>
          <ac:picMkLst>
            <pc:docMk/>
            <pc:sldMk cId="1387216456" sldId="262"/>
            <ac:picMk id="5" creationId="{F228CCCB-F5C5-D912-A3DA-B8A5408B156C}"/>
          </ac:picMkLst>
        </pc:picChg>
        <pc:picChg chg="add del mod">
          <ac:chgData name="Enrique Rodriguez T" userId="32b13e1ab8ff8e75" providerId="LiveId" clId="{CF940E53-9561-43CB-AECB-8308DFA64550}" dt="2025-12-17T03:30:11.520" v="1095" actId="478"/>
          <ac:picMkLst>
            <pc:docMk/>
            <pc:sldMk cId="1387216456" sldId="262"/>
            <ac:picMk id="7" creationId="{62968065-0AB7-065A-A936-D342E701E7B3}"/>
          </ac:picMkLst>
        </pc:picChg>
        <pc:picChg chg="add mod">
          <ac:chgData name="Enrique Rodriguez T" userId="32b13e1ab8ff8e75" providerId="LiveId" clId="{CF940E53-9561-43CB-AECB-8308DFA64550}" dt="2025-12-17T03:33:02.218" v="1128" actId="1076"/>
          <ac:picMkLst>
            <pc:docMk/>
            <pc:sldMk cId="1387216456" sldId="262"/>
            <ac:picMk id="8" creationId="{B886804B-BF82-EC0D-B572-EB5B833F289D}"/>
          </ac:picMkLst>
        </pc:picChg>
        <pc:picChg chg="add mod">
          <ac:chgData name="Enrique Rodriguez T" userId="32b13e1ab8ff8e75" providerId="LiveId" clId="{CF940E53-9561-43CB-AECB-8308DFA64550}" dt="2025-12-17T03:33:34.990" v="1132" actId="1076"/>
          <ac:picMkLst>
            <pc:docMk/>
            <pc:sldMk cId="1387216456" sldId="262"/>
            <ac:picMk id="11" creationId="{F6D452CD-4657-8226-20C8-D4B040639894}"/>
          </ac:picMkLst>
        </pc:picChg>
      </pc:sldChg>
      <pc:sldChg chg="addSp modSp new mod setBg">
        <pc:chgData name="Enrique Rodriguez T" userId="32b13e1ab8ff8e75" providerId="LiveId" clId="{CF940E53-9561-43CB-AECB-8308DFA64550}" dt="2025-12-02T04:42:18.098" v="335" actId="1076"/>
        <pc:sldMkLst>
          <pc:docMk/>
          <pc:sldMk cId="3896423487" sldId="263"/>
        </pc:sldMkLst>
        <pc:spChg chg="mod">
          <ac:chgData name="Enrique Rodriguez T" userId="32b13e1ab8ff8e75" providerId="LiveId" clId="{CF940E53-9561-43CB-AECB-8308DFA64550}" dt="2025-12-02T04:39:47.495" v="295" actId="26606"/>
          <ac:spMkLst>
            <pc:docMk/>
            <pc:sldMk cId="3896423487" sldId="263"/>
            <ac:spMk id="2" creationId="{1BBE05CF-865F-E0CB-B85E-F831256EB7EC}"/>
          </ac:spMkLst>
        </pc:spChg>
        <pc:spChg chg="add">
          <ac:chgData name="Enrique Rodriguez T" userId="32b13e1ab8ff8e75" providerId="LiveId" clId="{CF940E53-9561-43CB-AECB-8308DFA64550}" dt="2025-12-02T04:39:47.495" v="295" actId="26606"/>
          <ac:spMkLst>
            <pc:docMk/>
            <pc:sldMk cId="3896423487" sldId="263"/>
            <ac:spMk id="9" creationId="{A8384FB5-9ADC-4DDC-881B-597D56F5B15D}"/>
          </ac:spMkLst>
        </pc:spChg>
        <pc:spChg chg="add">
          <ac:chgData name="Enrique Rodriguez T" userId="32b13e1ab8ff8e75" providerId="LiveId" clId="{CF940E53-9561-43CB-AECB-8308DFA64550}" dt="2025-12-02T04:39:47.495" v="295" actId="26606"/>
          <ac:spMkLst>
            <pc:docMk/>
            <pc:sldMk cId="3896423487" sldId="263"/>
            <ac:spMk id="11" creationId="{1199E1B1-A8C0-4FE8-A5A8-1CB41D69F857}"/>
          </ac:spMkLst>
        </pc:spChg>
        <pc:spChg chg="add">
          <ac:chgData name="Enrique Rodriguez T" userId="32b13e1ab8ff8e75" providerId="LiveId" clId="{CF940E53-9561-43CB-AECB-8308DFA64550}" dt="2025-12-02T04:39:47.495" v="295" actId="26606"/>
          <ac:spMkLst>
            <pc:docMk/>
            <pc:sldMk cId="3896423487" sldId="263"/>
            <ac:spMk id="13" creationId="{84A8DE83-DE75-4B41-9DB4-A7EC0B0DEC0B}"/>
          </ac:spMkLst>
        </pc:spChg>
        <pc:spChg chg="add">
          <ac:chgData name="Enrique Rodriguez T" userId="32b13e1ab8ff8e75" providerId="LiveId" clId="{CF940E53-9561-43CB-AECB-8308DFA64550}" dt="2025-12-02T04:39:47.495" v="295" actId="26606"/>
          <ac:spMkLst>
            <pc:docMk/>
            <pc:sldMk cId="3896423487" sldId="263"/>
            <ac:spMk id="15" creationId="{A7009A0A-BEF5-4EAC-AF15-E4F9F002E239}"/>
          </ac:spMkLst>
        </pc:spChg>
        <pc:picChg chg="add mod">
          <ac:chgData name="Enrique Rodriguez T" userId="32b13e1ab8ff8e75" providerId="LiveId" clId="{CF940E53-9561-43CB-AECB-8308DFA64550}" dt="2025-12-02T04:42:18.098" v="335" actId="1076"/>
          <ac:picMkLst>
            <pc:docMk/>
            <pc:sldMk cId="3896423487" sldId="263"/>
            <ac:picMk id="4" creationId="{F578B035-D8B0-821F-ACF8-C2E7E1EF469E}"/>
          </ac:picMkLst>
        </pc:picChg>
      </pc:sldChg>
      <pc:sldChg chg="addSp delSp modSp new mod setBg modClrScheme chgLayout">
        <pc:chgData name="Enrique Rodriguez T" userId="32b13e1ab8ff8e75" providerId="LiveId" clId="{CF940E53-9561-43CB-AECB-8308DFA64550}" dt="2025-12-17T03:12:24.678" v="372" actId="1076"/>
        <pc:sldMkLst>
          <pc:docMk/>
          <pc:sldMk cId="576697148" sldId="264"/>
        </pc:sldMkLst>
        <pc:spChg chg="mod ord">
          <ac:chgData name="Enrique Rodriguez T" userId="32b13e1ab8ff8e75" providerId="LiveId" clId="{CF940E53-9561-43CB-AECB-8308DFA64550}" dt="2025-12-02T04:39:01.721" v="285" actId="26606"/>
          <ac:spMkLst>
            <pc:docMk/>
            <pc:sldMk cId="576697148" sldId="264"/>
            <ac:spMk id="2" creationId="{D43E700F-AF0B-4B4C-0160-6D72952C025C}"/>
          </ac:spMkLst>
        </pc:spChg>
        <pc:spChg chg="add del mod">
          <ac:chgData name="Enrique Rodriguez T" userId="32b13e1ab8ff8e75" providerId="LiveId" clId="{CF940E53-9561-43CB-AECB-8308DFA64550}" dt="2025-12-17T03:11:37.727" v="348"/>
          <ac:spMkLst>
            <pc:docMk/>
            <pc:sldMk cId="576697148" sldId="264"/>
            <ac:spMk id="8" creationId="{4A140EF0-B186-A3B7-B746-869E7A7467F9}"/>
          </ac:spMkLst>
        </pc:spChg>
        <pc:spChg chg="add mod">
          <ac:chgData name="Enrique Rodriguez T" userId="32b13e1ab8ff8e75" providerId="LiveId" clId="{CF940E53-9561-43CB-AECB-8308DFA64550}" dt="2025-12-17T03:12:24.678" v="372" actId="1076"/>
          <ac:spMkLst>
            <pc:docMk/>
            <pc:sldMk cId="576697148" sldId="264"/>
            <ac:spMk id="9" creationId="{75BE1C77-75F8-53E2-9867-9B08FC2DB819}"/>
          </ac:spMkLst>
        </pc:spChg>
        <pc:spChg chg="add">
          <ac:chgData name="Enrique Rodriguez T" userId="32b13e1ab8ff8e75" providerId="LiveId" clId="{CF940E53-9561-43CB-AECB-8308DFA64550}" dt="2025-12-02T04:39:01.721" v="285" actId="26606"/>
          <ac:spMkLst>
            <pc:docMk/>
            <pc:sldMk cId="576697148" sldId="264"/>
            <ac:spMk id="10" creationId="{A8384FB5-9ADC-4DDC-881B-597D56F5B15D}"/>
          </ac:spMkLst>
        </pc:spChg>
        <pc:spChg chg="add">
          <ac:chgData name="Enrique Rodriguez T" userId="32b13e1ab8ff8e75" providerId="LiveId" clId="{CF940E53-9561-43CB-AECB-8308DFA64550}" dt="2025-12-02T04:39:01.721" v="285" actId="26606"/>
          <ac:spMkLst>
            <pc:docMk/>
            <pc:sldMk cId="576697148" sldId="264"/>
            <ac:spMk id="12" creationId="{91E5A9A7-95C6-4F4F-B00E-C82E07FE62EF}"/>
          </ac:spMkLst>
        </pc:spChg>
        <pc:spChg chg="add">
          <ac:chgData name="Enrique Rodriguez T" userId="32b13e1ab8ff8e75" providerId="LiveId" clId="{CF940E53-9561-43CB-AECB-8308DFA64550}" dt="2025-12-02T04:39:01.721" v="285" actId="26606"/>
          <ac:spMkLst>
            <pc:docMk/>
            <pc:sldMk cId="576697148" sldId="264"/>
            <ac:spMk id="14" creationId="{D07DD2DE-F619-49DD-B5E7-03A290FF4ED1}"/>
          </ac:spMkLst>
        </pc:spChg>
        <pc:spChg chg="add">
          <ac:chgData name="Enrique Rodriguez T" userId="32b13e1ab8ff8e75" providerId="LiveId" clId="{CF940E53-9561-43CB-AECB-8308DFA64550}" dt="2025-12-02T04:39:01.721" v="285" actId="26606"/>
          <ac:spMkLst>
            <pc:docMk/>
            <pc:sldMk cId="576697148" sldId="264"/>
            <ac:spMk id="16" creationId="{85149191-5F60-4A28-AAFF-039F96B0F3EC}"/>
          </ac:spMkLst>
        </pc:spChg>
        <pc:spChg chg="add">
          <ac:chgData name="Enrique Rodriguez T" userId="32b13e1ab8ff8e75" providerId="LiveId" clId="{CF940E53-9561-43CB-AECB-8308DFA64550}" dt="2025-12-02T04:39:01.721" v="285" actId="26606"/>
          <ac:spMkLst>
            <pc:docMk/>
            <pc:sldMk cId="576697148" sldId="264"/>
            <ac:spMk id="18" creationId="{F8260ED5-17F7-4158-B241-D51DD4CF1B7E}"/>
          </ac:spMkLst>
        </pc:spChg>
        <pc:picChg chg="add del mod">
          <ac:chgData name="Enrique Rodriguez T" userId="32b13e1ab8ff8e75" providerId="LiveId" clId="{CF940E53-9561-43CB-AECB-8308DFA64550}" dt="2025-12-17T03:08:21.895" v="341" actId="478"/>
          <ac:picMkLst>
            <pc:docMk/>
            <pc:sldMk cId="576697148" sldId="264"/>
            <ac:picMk id="4" creationId="{BDDBD9F4-A845-6D03-4AA6-1CBB7742B76E}"/>
          </ac:picMkLst>
        </pc:picChg>
        <pc:picChg chg="add del mod">
          <ac:chgData name="Enrique Rodriguez T" userId="32b13e1ab8ff8e75" providerId="LiveId" clId="{CF940E53-9561-43CB-AECB-8308DFA64550}" dt="2025-12-17T03:08:00.509" v="336" actId="478"/>
          <ac:picMkLst>
            <pc:docMk/>
            <pc:sldMk cId="576697148" sldId="264"/>
            <ac:picMk id="5" creationId="{A20CCE6C-25C4-3D06-E3EB-81539A2A9AE4}"/>
          </ac:picMkLst>
        </pc:picChg>
        <pc:picChg chg="add mod">
          <ac:chgData name="Enrique Rodriguez T" userId="32b13e1ab8ff8e75" providerId="LiveId" clId="{CF940E53-9561-43CB-AECB-8308DFA64550}" dt="2025-12-17T03:11:17.064" v="345" actId="1076"/>
          <ac:picMkLst>
            <pc:docMk/>
            <pc:sldMk cId="576697148" sldId="264"/>
            <ac:picMk id="7" creationId="{587EE32D-4795-434D-BCF3-98430ECC37D5}"/>
          </ac:picMkLst>
        </pc:picChg>
      </pc:sldChg>
      <pc:sldChg chg="addSp modSp add mod">
        <pc:chgData name="Enrique Rodriguez T" userId="32b13e1ab8ff8e75" providerId="LiveId" clId="{CF940E53-9561-43CB-AECB-8308DFA64550}" dt="2025-12-17T03:34:15.622" v="1146" actId="1076"/>
        <pc:sldMkLst>
          <pc:docMk/>
          <pc:sldMk cId="1298381907" sldId="265"/>
        </pc:sldMkLst>
        <pc:spChg chg="mod">
          <ac:chgData name="Enrique Rodriguez T" userId="32b13e1ab8ff8e75" providerId="LiveId" clId="{CF940E53-9561-43CB-AECB-8308DFA64550}" dt="2025-12-17T03:24:56.742" v="866" actId="1076"/>
          <ac:spMkLst>
            <pc:docMk/>
            <pc:sldMk cId="1298381907" sldId="265"/>
            <ac:spMk id="2" creationId="{AC66EBB4-9EE3-1B5C-C7A8-DB2E10D2EDA5}"/>
          </ac:spMkLst>
        </pc:spChg>
        <pc:spChg chg="add mod">
          <ac:chgData name="Enrique Rodriguez T" userId="32b13e1ab8ff8e75" providerId="LiveId" clId="{CF940E53-9561-43CB-AECB-8308DFA64550}" dt="2025-12-17T03:34:15.622" v="1146" actId="1076"/>
          <ac:spMkLst>
            <pc:docMk/>
            <pc:sldMk cId="1298381907" sldId="265"/>
            <ac:spMk id="4" creationId="{4CEC293A-9831-3A62-AB62-C28F1270F0E9}"/>
          </ac:spMkLst>
        </pc:spChg>
        <pc:spChg chg="add mod">
          <ac:chgData name="Enrique Rodriguez T" userId="32b13e1ab8ff8e75" providerId="LiveId" clId="{CF940E53-9561-43CB-AECB-8308DFA64550}" dt="2025-12-17T03:26:23.211" v="984" actId="20577"/>
          <ac:spMkLst>
            <pc:docMk/>
            <pc:sldMk cId="1298381907" sldId="265"/>
            <ac:spMk id="8" creationId="{3F8D4F82-A67D-CBD4-9420-7A04B2162BD2}"/>
          </ac:spMkLst>
        </pc:spChg>
        <pc:spChg chg="add mod">
          <ac:chgData name="Enrique Rodriguez T" userId="32b13e1ab8ff8e75" providerId="LiveId" clId="{CF940E53-9561-43CB-AECB-8308DFA64550}" dt="2025-12-17T03:27:25.405" v="1071" actId="20577"/>
          <ac:spMkLst>
            <pc:docMk/>
            <pc:sldMk cId="1298381907" sldId="265"/>
            <ac:spMk id="10" creationId="{5374CC09-3DFC-3E05-4DCD-5F1B78A39408}"/>
          </ac:spMkLst>
        </pc:spChg>
        <pc:spChg chg="add mod">
          <ac:chgData name="Enrique Rodriguez T" userId="32b13e1ab8ff8e75" providerId="LiveId" clId="{CF940E53-9561-43CB-AECB-8308DFA64550}" dt="2025-12-17T03:27:51.794" v="1077" actId="14100"/>
          <ac:spMkLst>
            <pc:docMk/>
            <pc:sldMk cId="1298381907" sldId="265"/>
            <ac:spMk id="11" creationId="{9B8FED28-F44A-D729-0270-993081B72059}"/>
          </ac:spMkLst>
        </pc:spChg>
        <pc:picChg chg="mod">
          <ac:chgData name="Enrique Rodriguez T" userId="32b13e1ab8ff8e75" providerId="LiveId" clId="{CF940E53-9561-43CB-AECB-8308DFA64550}" dt="2025-12-17T03:25:43.739" v="917" actId="1076"/>
          <ac:picMkLst>
            <pc:docMk/>
            <pc:sldMk cId="1298381907" sldId="265"/>
            <ac:picMk id="5" creationId="{073BCF17-E02F-A113-1764-75E133950B93}"/>
          </ac:picMkLst>
        </pc:picChg>
        <pc:picChg chg="add mod">
          <ac:chgData name="Enrique Rodriguez T" userId="32b13e1ab8ff8e75" providerId="LiveId" clId="{CF940E53-9561-43CB-AECB-8308DFA64550}" dt="2025-12-17T03:34:10.435" v="1144" actId="1076"/>
          <ac:picMkLst>
            <pc:docMk/>
            <pc:sldMk cId="1298381907" sldId="265"/>
            <ac:picMk id="6" creationId="{78A40425-8F32-A5A2-0783-93291E3BDB72}"/>
          </ac:picMkLst>
        </pc:picChg>
        <pc:picChg chg="mod">
          <ac:chgData name="Enrique Rodriguez T" userId="32b13e1ab8ff8e75" providerId="LiveId" clId="{CF940E53-9561-43CB-AECB-8308DFA64550}" dt="2025-12-17T03:25:44.988" v="918" actId="1076"/>
          <ac:picMkLst>
            <pc:docMk/>
            <pc:sldMk cId="1298381907" sldId="265"/>
            <ac:picMk id="7" creationId="{091BD159-E092-4280-3F5E-354A649FD437}"/>
          </ac:picMkLst>
        </pc:picChg>
        <pc:picChg chg="mod">
          <ac:chgData name="Enrique Rodriguez T" userId="32b13e1ab8ff8e75" providerId="LiveId" clId="{CF940E53-9561-43CB-AECB-8308DFA64550}" dt="2025-12-17T03:26:37.244" v="990" actId="1076"/>
          <ac:picMkLst>
            <pc:docMk/>
            <pc:sldMk cId="1298381907" sldId="265"/>
            <ac:picMk id="9" creationId="{3728241B-6E6F-2816-83BE-223DF0D59FC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3CA51-BAE9-636C-CF12-BF2FAEFD83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20C751-A799-9EDC-A2F8-A561DAF56F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B3997-7520-0C64-69ED-F983BD831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2162D-00C8-0F6C-B0AE-25BEB386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77BD-5B51-9DE9-9268-9AB044C06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26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62E2-78E3-774C-2C61-7D33031D9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E4A81-7FB0-961A-6403-C6D729396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46D02-51E9-2718-8763-885E9004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B7F8A-F1CB-1C13-5FE3-DFBC5F2E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55A53-A088-92CB-818E-20E0DF8AB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568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6BE07-E576-0A7D-4629-EB788787E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B0C10-EDF9-CE73-7E41-F0AF26C3A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FD0F-E20D-15CA-563A-8F23C6C85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C5E873-1DF8-9DED-57A2-B35482C2A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00C90-44F9-6E8B-FE74-374C661F3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81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B6B66-9B85-73BD-0E59-48610ABE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5B89E-30F0-257F-C938-7D564D3305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A10B-F0C2-645B-9233-E122ED1F3B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75971F-4E4F-3B24-0385-0FE6F1A75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DDF0B-67A7-F777-B338-7290E4B1C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DFAAE2-7C89-993B-B772-DDD5931AC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997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04CC2-0E0B-F1A9-B0C3-1AF8A5907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9D0265-BE42-2076-6EDC-6EFCE5365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0636D9-C3ED-5C89-778E-90640A5C34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05F56D-A097-5791-258E-C65505D8A5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8EB2E-06C3-7998-B197-46DBE6C2D6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1728E7-FEC5-F074-D9EB-80C66226E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4B846A-503D-C55D-B9FF-BB2E66F39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6E85BE-433A-C65F-46B2-20979A9E8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91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5E53E-06DF-64DA-BF2A-CA0DDD02B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D255DA-4FB1-57E7-A3E6-1CD02F80E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FDBED-CBF3-5277-9B73-5A17F1483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095236-B4DD-2163-E6BA-032D0A33D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15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96E829-0589-225E-885C-6A17A3268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E66A3D-C1B5-9194-5025-A37FF5208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EF925-148D-D518-E9D4-0955F0578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214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E680E-DB87-00DF-0BDF-53BADBE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8AEBC-7D47-59A1-DF96-2849CEEFF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B58E0-C685-BEB5-661D-8686702B8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9C3EFE-135C-89AA-1E89-F466A8E3E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83143-39D3-8DC6-44E6-F97657E0A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B5551-D5D1-3682-F73C-508A61A0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404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0AFF2-E6EB-C8D9-FBA4-2EF31B0E0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8BB3A1-1AE0-0E75-AA8E-2C089D239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58618D-CF82-D75F-28B5-3D276DB63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C5EF9-2EB3-9372-4786-4E082BEB1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964DBF-0955-6C49-BEC9-B903F8994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9366B-C5E3-6E0C-FF1B-05110FCED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573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CC7F3-F0D3-1E7F-AA04-CA15E1907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78A06E-F288-B57D-B53A-70AAF5EB1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6C193-60D6-CA41-44A0-D51EB9535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26CCB-ABAD-EF09-E550-0CEA054EF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88C61-414C-50AE-430E-B9F54095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359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EB9758-8D73-C614-4AEA-7F020078A9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45C622-37B5-DD5B-8458-C63C52F3C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B1263-FF78-3389-5674-67A20658B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7EF4B-B790-340D-52BA-05D4EA008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6AB6D-D6FB-7239-1B66-D6CAEEDC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78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B860AA-E68A-51BF-26BA-D6841257D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6F8C81-F70E-D597-FAD2-BA2F80751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3739B-D358-5738-E6BB-FC59E0E956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07F081-A0B9-4FB4-AC55-55D2B2002E7C}" type="datetimeFigureOut">
              <a:rPr lang="en-US" smtClean="0"/>
              <a:t>16-Dec-25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D1236-4F2A-45D6-8D4F-82BE3A9CB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F0572-5329-62F9-6330-15FBAE75F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E3F8C2-CF5D-49EB-920B-89355CD97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43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1E5A94-91D0-5B64-86FE-A17EDDCAA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s-ES" sz="4800">
                <a:solidFill>
                  <a:srgbClr val="FFFFFF"/>
                </a:solidFill>
              </a:rPr>
              <a:t>Proyecto Integrador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5ABE54-7984-64B7-407C-E3B14C8AA8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s-ES" dirty="0"/>
              <a:t>Enrique Rodríguez Toscano</a:t>
            </a:r>
            <a:endParaRPr lang="es-ES"/>
          </a:p>
          <a:p>
            <a:pPr algn="l"/>
            <a:r>
              <a:rPr lang="es-ES" dirty="0" err="1"/>
              <a:t>Vehicle</a:t>
            </a:r>
            <a:r>
              <a:rPr lang="es-ES" dirty="0"/>
              <a:t> </a:t>
            </a:r>
            <a:r>
              <a:rPr lang="es-ES" dirty="0" err="1"/>
              <a:t>fleet</a:t>
            </a:r>
            <a:r>
              <a:rPr lang="es-ES" dirty="0"/>
              <a:t> Simple </a:t>
            </a:r>
            <a:r>
              <a:rPr lang="es-ES" dirty="0" err="1"/>
              <a:t>Worflow</a:t>
            </a:r>
            <a:r>
              <a:rPr lang="es-ES" dirty="0"/>
              <a:t> ( 12 </a:t>
            </a:r>
            <a:r>
              <a:rPr lang="es-ES" dirty="0" err="1"/>
              <a:t>Vehicle</a:t>
            </a:r>
            <a:r>
              <a:rPr lang="es-ES" dirty="0"/>
              <a:t> </a:t>
            </a:r>
            <a:r>
              <a:rPr lang="es-ES" dirty="0" err="1"/>
              <a:t>fleet</a:t>
            </a:r>
            <a:r>
              <a:rPr lang="es-ES" dirty="0"/>
              <a:t>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8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3E700F-AF0B-4B4C-0160-6D72952C0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DBC Design</a:t>
            </a:r>
          </a:p>
        </p:txBody>
      </p:sp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587EE32D-4795-434D-BCF3-98430ECC3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236" y="1132537"/>
            <a:ext cx="6639852" cy="46107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5BE1C77-75F8-53E2-9867-9B08FC2DB819}"/>
              </a:ext>
            </a:extLst>
          </p:cNvPr>
          <p:cNvSpPr txBox="1"/>
          <p:nvPr/>
        </p:nvSpPr>
        <p:spPr>
          <a:xfrm>
            <a:off x="5959012" y="478712"/>
            <a:ext cx="4765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\</a:t>
            </a:r>
            <a:r>
              <a:rPr lang="en-US" dirty="0" err="1"/>
              <a:t>ProyectoFinal_BigData</a:t>
            </a:r>
            <a:r>
              <a:rPr lang="en-US" dirty="0"/>
              <a:t>\data\</a:t>
            </a:r>
            <a:r>
              <a:rPr lang="en-US" dirty="0" err="1"/>
              <a:t>dbc_diagram.dio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697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16BBAC-6A4B-8824-5455-385E4063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Synthetic Raw Data generated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FDCFEC-24E2-E3E6-FAB9-EA038EA7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035" y="467208"/>
            <a:ext cx="6096534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60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856307-C19C-BE13-3793-DBD59DF9B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Docker up and runing</a:t>
            </a:r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CFC175DA-5B14-B2B1-9C7F-7977B297A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946" y="1546936"/>
            <a:ext cx="8104431" cy="32648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194709-DB37-350A-87F8-A59765F9E6EC}"/>
              </a:ext>
            </a:extLst>
          </p:cNvPr>
          <p:cNvSpPr txBox="1"/>
          <p:nvPr/>
        </p:nvSpPr>
        <p:spPr>
          <a:xfrm>
            <a:off x="4601043" y="173304"/>
            <a:ext cx="63188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ProyectoFinal_BigData</a:t>
            </a:r>
            <a:r>
              <a:rPr lang="en-US" dirty="0"/>
              <a:t>\docker\</a:t>
            </a:r>
            <a:r>
              <a:rPr lang="en-US" dirty="0" err="1"/>
              <a:t>Dockerfile</a:t>
            </a:r>
            <a:endParaRPr lang="en-US" dirty="0"/>
          </a:p>
          <a:p>
            <a:endParaRPr lang="en-US" dirty="0"/>
          </a:p>
          <a:p>
            <a:r>
              <a:rPr lang="en-US" dirty="0"/>
              <a:t>To start Docker go to folder “</a:t>
            </a:r>
            <a:r>
              <a:rPr lang="en-US" dirty="0" err="1"/>
              <a:t>ProyectoFinal_BigData</a:t>
            </a:r>
            <a:r>
              <a:rPr lang="en-US" dirty="0"/>
              <a:t>” and  run:</a:t>
            </a:r>
            <a:br>
              <a:rPr lang="en-US" dirty="0"/>
            </a:br>
            <a:r>
              <a:rPr lang="en-US" dirty="0"/>
              <a:t>docker compose -f docker/docker-</a:t>
            </a:r>
            <a:r>
              <a:rPr lang="en-US" dirty="0" err="1"/>
              <a:t>compose.yaml</a:t>
            </a:r>
            <a:r>
              <a:rPr lang="en-US" dirty="0"/>
              <a:t> up --build </a:t>
            </a:r>
          </a:p>
        </p:txBody>
      </p:sp>
    </p:spTree>
    <p:extLst>
      <p:ext uri="{BB962C8B-B14F-4D97-AF65-F5344CB8AC3E}">
        <p14:creationId xmlns:p14="http://schemas.microsoft.com/office/powerpoint/2010/main" val="1384120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B0C9EB-7A44-C6AE-A482-9F1662E27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Docker up and running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BEB4D2-9E66-E9A3-F0F8-F70DCBE76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793" y="1966293"/>
            <a:ext cx="10414412" cy="44521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73E824-2EE5-D225-B037-B6A3D8DD8B3D}"/>
              </a:ext>
            </a:extLst>
          </p:cNvPr>
          <p:cNvSpPr txBox="1"/>
          <p:nvPr/>
        </p:nvSpPr>
        <p:spPr>
          <a:xfrm>
            <a:off x="5669144" y="248038"/>
            <a:ext cx="62229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 start Docker go to folder “</a:t>
            </a:r>
            <a:r>
              <a:rPr lang="en-US" dirty="0" err="1">
                <a:solidFill>
                  <a:schemeClr val="bg1"/>
                </a:solidFill>
              </a:rPr>
              <a:t>ProyectoFinal_BigData</a:t>
            </a:r>
            <a:r>
              <a:rPr lang="en-US" dirty="0">
                <a:solidFill>
                  <a:schemeClr val="bg1"/>
                </a:solidFill>
              </a:rPr>
              <a:t>” and  run: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docker compose -f docker/docker-</a:t>
            </a:r>
            <a:r>
              <a:rPr lang="en-US" dirty="0" err="1">
                <a:solidFill>
                  <a:schemeClr val="bg1"/>
                </a:solidFill>
              </a:rPr>
              <a:t>compose.yaml</a:t>
            </a:r>
            <a:r>
              <a:rPr lang="en-US" dirty="0">
                <a:solidFill>
                  <a:schemeClr val="bg1"/>
                </a:solidFill>
              </a:rPr>
              <a:t> up --build </a:t>
            </a:r>
          </a:p>
        </p:txBody>
      </p:sp>
    </p:spTree>
    <p:extLst>
      <p:ext uri="{BB962C8B-B14F-4D97-AF65-F5344CB8AC3E}">
        <p14:creationId xmlns:p14="http://schemas.microsoft.com/office/powerpoint/2010/main" val="2180174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CB95732-565A-4D2C-A3AB-CC460C0D3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F1AF47-AE98-4034-BD91-1976FA4D9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C0EE2B-2029-48DD-893D-F528E651B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200" y="8482"/>
            <a:ext cx="3568276" cy="6858000"/>
          </a:xfrm>
          <a:prstGeom prst="rect">
            <a:avLst/>
          </a:prstGeom>
          <a:gradFill>
            <a:gsLst>
              <a:gs pos="0">
                <a:schemeClr val="accent1">
                  <a:alpha val="32000"/>
                </a:schemeClr>
              </a:gs>
              <a:gs pos="70000">
                <a:srgbClr val="000000">
                  <a:alpha val="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AE1D08-1ED1-4F59-B42F-4D8EA33DC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A79B912-88EA-4640-BDEB-51B3B11A0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25AC4A-2025-5215-9608-519B9DAEE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180" y="2862471"/>
            <a:ext cx="3041803" cy="29078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Raw Schema creation and raw data import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62BFB4-73E1-D14D-7AF5-E896FA46B7DC}"/>
              </a:ext>
            </a:extLst>
          </p:cNvPr>
          <p:cNvSpPr txBox="1"/>
          <p:nvPr/>
        </p:nvSpPr>
        <p:spPr>
          <a:xfrm>
            <a:off x="4831833" y="359596"/>
            <a:ext cx="631679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see</a:t>
            </a:r>
            <a:r>
              <a:rPr lang="es-ES" dirty="0"/>
              <a:t> </a:t>
            </a:r>
            <a:r>
              <a:rPr lang="es-ES" dirty="0" err="1"/>
              <a:t>schemas</a:t>
            </a:r>
            <a:r>
              <a:rPr lang="es-ES" dirty="0"/>
              <a:t> and table </a:t>
            </a:r>
            <a:r>
              <a:rPr lang="es-ES" dirty="0" err="1"/>
              <a:t>inside</a:t>
            </a:r>
            <a:r>
              <a:rPr lang="es-ES" dirty="0"/>
              <a:t> Docker open Docker desktop</a:t>
            </a:r>
          </a:p>
          <a:p>
            <a:r>
              <a:rPr lang="es-ES" dirty="0"/>
              <a:t>1 </a:t>
            </a:r>
            <a:r>
              <a:rPr lang="es-ES" dirty="0" err="1"/>
              <a:t>Click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Containers</a:t>
            </a:r>
            <a:endParaRPr lang="es-ES" dirty="0"/>
          </a:p>
          <a:p>
            <a:r>
              <a:rPr lang="es-ES" dirty="0"/>
              <a:t>2 </a:t>
            </a:r>
            <a:r>
              <a:rPr lang="es-ES" dirty="0" err="1"/>
              <a:t>Double</a:t>
            </a:r>
            <a:r>
              <a:rPr lang="es-ES" dirty="0"/>
              <a:t> </a:t>
            </a:r>
            <a:r>
              <a:rPr lang="es-ES" dirty="0" err="1"/>
              <a:t>click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postgres-1 container</a:t>
            </a:r>
          </a:p>
          <a:p>
            <a:r>
              <a:rPr lang="es-ES" dirty="0"/>
              <a:t>3 </a:t>
            </a:r>
            <a:r>
              <a:rPr lang="es-ES" dirty="0" err="1"/>
              <a:t>Clck</a:t>
            </a:r>
            <a:r>
              <a:rPr lang="es-ES" dirty="0"/>
              <a:t> in </a:t>
            </a:r>
            <a:r>
              <a:rPr lang="es-ES" dirty="0" err="1"/>
              <a:t>Exec</a:t>
            </a:r>
            <a:endParaRPr lang="es-ES" dirty="0"/>
          </a:p>
          <a:p>
            <a:r>
              <a:rPr lang="es-ES" dirty="0"/>
              <a:t>4. run: </a:t>
            </a:r>
            <a:r>
              <a:rPr lang="es-ES" dirty="0" err="1"/>
              <a:t>psql</a:t>
            </a:r>
            <a:r>
              <a:rPr lang="es-ES" dirty="0"/>
              <a:t> –U </a:t>
            </a:r>
            <a:r>
              <a:rPr lang="es-ES" dirty="0" err="1"/>
              <a:t>airflow</a:t>
            </a:r>
            <a:r>
              <a:rPr lang="es-ES" dirty="0"/>
              <a:t> –d </a:t>
            </a:r>
            <a:r>
              <a:rPr lang="es-ES" dirty="0" err="1"/>
              <a:t>airflow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C30F01-81D6-ED26-C3A0-E8D1B1E19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293" y="1919521"/>
            <a:ext cx="8009454" cy="2870664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94E43F-85F8-4917-6243-C387E75DA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587" y="5004290"/>
            <a:ext cx="5325218" cy="13051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541716-DAAC-CC89-8B09-3DC8DEE11ECF}"/>
              </a:ext>
            </a:extLst>
          </p:cNvPr>
          <p:cNvSpPr txBox="1"/>
          <p:nvPr/>
        </p:nvSpPr>
        <p:spPr>
          <a:xfrm>
            <a:off x="4831833" y="197644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331D27-DE7B-3A57-D89A-72A7F9FA0CC9}"/>
              </a:ext>
            </a:extLst>
          </p:cNvPr>
          <p:cNvSpPr txBox="1"/>
          <p:nvPr/>
        </p:nvSpPr>
        <p:spPr>
          <a:xfrm>
            <a:off x="6330147" y="359804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2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9D33A-9912-699E-25F7-D20CB5137F86}"/>
              </a:ext>
            </a:extLst>
          </p:cNvPr>
          <p:cNvSpPr txBox="1"/>
          <p:nvPr/>
        </p:nvSpPr>
        <p:spPr>
          <a:xfrm>
            <a:off x="6501547" y="55543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3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7" name="Picture 1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D21F8C7-D71C-5258-6446-6839D7201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9005" y="5082135"/>
            <a:ext cx="3000794" cy="111458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9DC1590-8608-625D-2883-D5023337AF1C}"/>
              </a:ext>
            </a:extLst>
          </p:cNvPr>
          <p:cNvSpPr txBox="1"/>
          <p:nvPr/>
        </p:nvSpPr>
        <p:spPr>
          <a:xfrm>
            <a:off x="10515353" y="481962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530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987D34-B7E4-F704-B380-4DE7713D3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0609195-7E20-C580-B70A-1D276E8A6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46AAB6-72BA-E7D4-E0C7-3759591B2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B10880-B370-0A97-9229-EB674BBDA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200" y="8482"/>
            <a:ext cx="3568276" cy="6858000"/>
          </a:xfrm>
          <a:prstGeom prst="rect">
            <a:avLst/>
          </a:prstGeom>
          <a:gradFill>
            <a:gsLst>
              <a:gs pos="0">
                <a:schemeClr val="accent1">
                  <a:alpha val="32000"/>
                </a:schemeClr>
              </a:gs>
              <a:gs pos="70000">
                <a:srgbClr val="000000">
                  <a:alpha val="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20A6005-384C-1E4B-0DB8-B0DE13EECD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C659BD-AD1C-C88B-DB48-739642435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3B8FB0-7029-2198-59CB-7B73B4516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180" y="2862471"/>
            <a:ext cx="3041803" cy="29078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Raw Schema creation and raw data import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BCF17-E02F-A113-1764-75E133950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620" y="1461567"/>
            <a:ext cx="1841485" cy="17445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28241B-6E6F-2816-83BE-223DF0D59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118" y="3901626"/>
            <a:ext cx="5690919" cy="29532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1BD159-E092-4280-3F5E-354A649FD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58824"/>
            <a:ext cx="2674496" cy="11687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66EBB4-9EE3-1B5C-C7A8-DB2E10D2EDA5}"/>
              </a:ext>
            </a:extLst>
          </p:cNvPr>
          <p:cNvSpPr txBox="1"/>
          <p:nvPr/>
        </p:nvSpPr>
        <p:spPr>
          <a:xfrm>
            <a:off x="5401767" y="294046"/>
            <a:ext cx="4469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Once </a:t>
            </a:r>
            <a:r>
              <a:rPr lang="es-ES" dirty="0" err="1"/>
              <a:t>inside</a:t>
            </a:r>
            <a:r>
              <a:rPr lang="es-ES" dirty="0"/>
              <a:t> </a:t>
            </a:r>
            <a:r>
              <a:rPr lang="es-ES" dirty="0" err="1"/>
              <a:t>execute</a:t>
            </a:r>
            <a:r>
              <a:rPr lang="es-ES" dirty="0"/>
              <a:t> \</a:t>
            </a:r>
            <a:r>
              <a:rPr lang="es-ES" dirty="0" err="1"/>
              <a:t>dn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see</a:t>
            </a:r>
            <a:r>
              <a:rPr lang="es-ES" dirty="0"/>
              <a:t> al </a:t>
            </a:r>
            <a:r>
              <a:rPr lang="es-ES" dirty="0" err="1"/>
              <a:t>schemas</a:t>
            </a:r>
            <a:r>
              <a:rPr lang="es-ES" dirty="0"/>
              <a:t> </a:t>
            </a:r>
            <a:endParaRPr lang="en-US" dirty="0"/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8A40425-8F32-A5A2-0783-93291E3BDB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5751" y="294046"/>
            <a:ext cx="1303565" cy="10970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8D4F82-A67D-CBD4-9420-7A04B2162BD2}"/>
              </a:ext>
            </a:extLst>
          </p:cNvPr>
          <p:cNvSpPr txBox="1"/>
          <p:nvPr/>
        </p:nvSpPr>
        <p:spPr>
          <a:xfrm>
            <a:off x="6134914" y="1453085"/>
            <a:ext cx="4974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see</a:t>
            </a:r>
            <a:r>
              <a:rPr lang="es-ES" dirty="0"/>
              <a:t> </a:t>
            </a:r>
            <a:r>
              <a:rPr lang="es-ES" dirty="0" err="1"/>
              <a:t>all</a:t>
            </a:r>
            <a:r>
              <a:rPr lang="es-ES" dirty="0"/>
              <a:t> tables </a:t>
            </a:r>
            <a:r>
              <a:rPr lang="es-ES" dirty="0" err="1"/>
              <a:t>inside</a:t>
            </a:r>
            <a:r>
              <a:rPr lang="es-ES" dirty="0"/>
              <a:t> a </a:t>
            </a:r>
            <a:r>
              <a:rPr lang="es-ES" dirty="0" err="1"/>
              <a:t>schema</a:t>
            </a:r>
            <a:r>
              <a:rPr lang="es-ES" dirty="0"/>
              <a:t> </a:t>
            </a:r>
            <a:r>
              <a:rPr lang="es-ES" dirty="0" err="1"/>
              <a:t>execute</a:t>
            </a:r>
            <a:endParaRPr lang="es-ES" dirty="0"/>
          </a:p>
          <a:p>
            <a:r>
              <a:rPr lang="es-ES" dirty="0"/>
              <a:t>\</a:t>
            </a:r>
            <a:r>
              <a:rPr lang="es-ES" dirty="0" err="1"/>
              <a:t>dn</a:t>
            </a:r>
            <a:r>
              <a:rPr lang="es-ES" dirty="0"/>
              <a:t> </a:t>
            </a:r>
            <a:r>
              <a:rPr lang="es-ES" i="1" dirty="0"/>
              <a:t>schema_name</a:t>
            </a:r>
            <a:r>
              <a:rPr lang="es-ES" dirty="0"/>
              <a:t>.*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see</a:t>
            </a:r>
            <a:r>
              <a:rPr lang="es-ES" dirty="0"/>
              <a:t> </a:t>
            </a:r>
            <a:r>
              <a:rPr lang="es-ES" dirty="0" err="1"/>
              <a:t>schema</a:t>
            </a:r>
            <a:r>
              <a:rPr lang="es-ES" dirty="0"/>
              <a:t> </a:t>
            </a:r>
            <a:r>
              <a:rPr lang="es-ES" dirty="0" err="1"/>
              <a:t>content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74CC09-3DFC-3E05-4DCD-5F1B78A39408}"/>
              </a:ext>
            </a:extLst>
          </p:cNvPr>
          <p:cNvSpPr txBox="1"/>
          <p:nvPr/>
        </p:nvSpPr>
        <p:spPr>
          <a:xfrm>
            <a:off x="5149532" y="3287342"/>
            <a:ext cx="5959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see</a:t>
            </a:r>
            <a:r>
              <a:rPr lang="es-ES" dirty="0"/>
              <a:t> a table </a:t>
            </a:r>
            <a:r>
              <a:rPr lang="es-ES" dirty="0" err="1"/>
              <a:t>content</a:t>
            </a:r>
            <a:r>
              <a:rPr lang="es-ES" dirty="0"/>
              <a:t> </a:t>
            </a:r>
            <a:r>
              <a:rPr lang="es-ES" dirty="0" err="1"/>
              <a:t>runs</a:t>
            </a:r>
            <a:r>
              <a:rPr lang="es-ES" dirty="0"/>
              <a:t> </a:t>
            </a:r>
            <a:r>
              <a:rPr lang="es-ES" dirty="0" err="1"/>
              <a:t>psql</a:t>
            </a:r>
            <a:r>
              <a:rPr lang="es-ES" dirty="0"/>
              <a:t> </a:t>
            </a:r>
            <a:r>
              <a:rPr lang="es-ES" dirty="0" err="1"/>
              <a:t>query</a:t>
            </a:r>
            <a:r>
              <a:rPr lang="es-ES" dirty="0"/>
              <a:t>,  and </a:t>
            </a:r>
            <a:r>
              <a:rPr lang="es-ES" dirty="0" err="1"/>
              <a:t>ends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“;”</a:t>
            </a:r>
          </a:p>
          <a:p>
            <a:r>
              <a:rPr lang="es-ES" dirty="0"/>
              <a:t>\</a:t>
            </a:r>
            <a:r>
              <a:rPr lang="es-ES" dirty="0" err="1"/>
              <a:t>dn</a:t>
            </a:r>
            <a:r>
              <a:rPr lang="es-ES" dirty="0"/>
              <a:t> </a:t>
            </a:r>
            <a:r>
              <a:rPr lang="es-ES" i="1" dirty="0"/>
              <a:t>schema_name</a:t>
            </a:r>
            <a:r>
              <a:rPr lang="es-ES" dirty="0"/>
              <a:t>.*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see</a:t>
            </a:r>
            <a:r>
              <a:rPr lang="es-ES" dirty="0"/>
              <a:t> </a:t>
            </a:r>
            <a:r>
              <a:rPr lang="es-ES" dirty="0" err="1"/>
              <a:t>schema</a:t>
            </a:r>
            <a:r>
              <a:rPr lang="es-ES" dirty="0"/>
              <a:t> </a:t>
            </a:r>
            <a:r>
              <a:rPr lang="es-ES" dirty="0" err="1"/>
              <a:t>content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8FED28-F44A-D729-0270-993081B72059}"/>
              </a:ext>
            </a:extLst>
          </p:cNvPr>
          <p:cNvSpPr/>
          <p:nvPr/>
        </p:nvSpPr>
        <p:spPr>
          <a:xfrm>
            <a:off x="4698124" y="3901626"/>
            <a:ext cx="3195145" cy="2873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EC293A-9831-3A62-AB62-C28F1270F0E9}"/>
              </a:ext>
            </a:extLst>
          </p:cNvPr>
          <p:cNvSpPr txBox="1"/>
          <p:nvPr/>
        </p:nvSpPr>
        <p:spPr>
          <a:xfrm>
            <a:off x="9981768" y="-17819"/>
            <a:ext cx="824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Tables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81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CB95732-565A-4D2C-A3AB-CC460C0D3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1AF47-AE98-4034-BD91-1976FA4D9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C0EE2B-2029-48DD-893D-F528E651B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200" y="8482"/>
            <a:ext cx="3568276" cy="6858000"/>
          </a:xfrm>
          <a:prstGeom prst="rect">
            <a:avLst/>
          </a:prstGeom>
          <a:gradFill>
            <a:gsLst>
              <a:gs pos="0">
                <a:schemeClr val="accent1">
                  <a:alpha val="32000"/>
                </a:schemeClr>
              </a:gs>
              <a:gs pos="70000">
                <a:srgbClr val="000000">
                  <a:alpha val="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5AE1D08-1ED1-4F59-B42F-4D8EA33DC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A79B912-88EA-4640-BDEB-51B3B11A0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59BA24-C09B-CB9B-2D51-2D7D570E2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180" y="2862471"/>
            <a:ext cx="3041803" cy="29078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Staging Schema creation and table creation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B1C56CB-E8A0-25ED-FAF3-0F4E27897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456" y="3477531"/>
            <a:ext cx="6393671" cy="2887465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345C05C-9E0A-10B9-FDC7-7400C52CC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676" y="1102654"/>
            <a:ext cx="3562847" cy="1638529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A41657CB-1D99-BC9C-90C6-2A413DEB10BE}"/>
              </a:ext>
            </a:extLst>
          </p:cNvPr>
          <p:cNvSpPr/>
          <p:nvPr/>
        </p:nvSpPr>
        <p:spPr>
          <a:xfrm>
            <a:off x="4093454" y="1820318"/>
            <a:ext cx="503434" cy="14383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A89758F-83D0-F6BC-5958-935FE86EFA1D}"/>
              </a:ext>
            </a:extLst>
          </p:cNvPr>
          <p:cNvSpPr/>
          <p:nvPr/>
        </p:nvSpPr>
        <p:spPr>
          <a:xfrm>
            <a:off x="4103554" y="2026448"/>
            <a:ext cx="503434" cy="14383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F3752B4-9EFB-6426-C295-AE6FD5CF9196}"/>
              </a:ext>
            </a:extLst>
          </p:cNvPr>
          <p:cNvSpPr/>
          <p:nvPr/>
        </p:nvSpPr>
        <p:spPr>
          <a:xfrm>
            <a:off x="4093454" y="2210163"/>
            <a:ext cx="503434" cy="14383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6944FCEB-A7B2-9A5E-470E-C538EF2CF618}"/>
              </a:ext>
            </a:extLst>
          </p:cNvPr>
          <p:cNvSpPr/>
          <p:nvPr/>
        </p:nvSpPr>
        <p:spPr>
          <a:xfrm>
            <a:off x="4093454" y="2354001"/>
            <a:ext cx="503434" cy="14383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7F58666-6A9C-ABC2-5664-4986FAF0EA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2759" y="944085"/>
            <a:ext cx="3217171" cy="195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08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60196-91AE-DC70-3E25-BEB654504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Driven Trusted + no PII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228CCCB-F5C5-D912-A3DA-B8A5408B1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96" y="1959483"/>
            <a:ext cx="3791479" cy="1505160"/>
          </a:xfrm>
          <a:prstGeom prst="rect">
            <a:avLst/>
          </a:prstGeom>
        </p:spPr>
      </p:pic>
      <p:pic>
        <p:nvPicPr>
          <p:cNvPr id="8" name="Picture 7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886804B-BF82-EC0D-B572-EB5B833F2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70" y="1816083"/>
            <a:ext cx="6770435" cy="2127110"/>
          </a:xfrm>
          <a:prstGeom prst="rect">
            <a:avLst/>
          </a:prstGeom>
        </p:spPr>
      </p:pic>
      <p:pic>
        <p:nvPicPr>
          <p:cNvPr id="11" name="Picture 10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6D452CD-4657-8226-20C8-D4B040639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4152647"/>
            <a:ext cx="6163535" cy="24958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5D7F1-76F4-DF0A-DA83-068A518FC5F1}"/>
              </a:ext>
            </a:extLst>
          </p:cNvPr>
          <p:cNvSpPr txBox="1"/>
          <p:nvPr/>
        </p:nvSpPr>
        <p:spPr>
          <a:xfrm>
            <a:off x="1669314" y="1634777"/>
            <a:ext cx="824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Tables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216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BE05CF-865F-E0CB-B85E-F831256EB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Airflow DAG execution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78B035-D8B0-821F-ACF8-C2E7E1EF4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03" y="1614217"/>
            <a:ext cx="10510555" cy="520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23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220</Words>
  <Application>Microsoft Office PowerPoint</Application>
  <PresentationFormat>Widescreen</PresentationFormat>
  <Paragraphs>33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Proyecto Integrador</vt:lpstr>
      <vt:lpstr>DBC Design</vt:lpstr>
      <vt:lpstr>Synthetic Raw Data generated</vt:lpstr>
      <vt:lpstr>Docker up and runing</vt:lpstr>
      <vt:lpstr>Docker up and running</vt:lpstr>
      <vt:lpstr>Raw Schema creation and raw data import</vt:lpstr>
      <vt:lpstr>Raw Schema creation and raw data import</vt:lpstr>
      <vt:lpstr>Staging Schema creation and table creation</vt:lpstr>
      <vt:lpstr>Driven Trusted + no PII</vt:lpstr>
      <vt:lpstr>Airflow DAG execution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Enrique Rodriguez T</dc:creator>
  <cp:lastModifiedBy>Enrique Rodriguez T</cp:lastModifiedBy>
  <cp:revision>1</cp:revision>
  <dcterms:created xsi:type="dcterms:W3CDTF">2025-12-02T04:18:57Z</dcterms:created>
  <dcterms:modified xsi:type="dcterms:W3CDTF">2025-12-17T03:34:16Z</dcterms:modified>
</cp:coreProperties>
</file>